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jpg" ContentType="image/jpg"/>
  <Override PartName="/ppt/media/image17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1"/>
  </p:notesMasterIdLst>
  <p:sldIdLst>
    <p:sldId id="256" r:id="rId5"/>
    <p:sldId id="597" r:id="rId6"/>
    <p:sldId id="573" r:id="rId7"/>
    <p:sldId id="598" r:id="rId8"/>
    <p:sldId id="593" r:id="rId9"/>
    <p:sldId id="262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C21"/>
    <a:srgbClr val="504C63"/>
    <a:srgbClr val="AADC20"/>
    <a:srgbClr val="A880EF"/>
    <a:srgbClr val="F1F4F7"/>
    <a:srgbClr val="6B8525"/>
    <a:srgbClr val="191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F1DD5-1AA1-473C-9387-2EF57CE1A85A}" v="5" dt="2025-11-18T21:15:47.498"/>
    <p1510:client id="{C180B788-5C04-49F1-9DDB-30AA49642099}" v="23" dt="2025-11-18T19:38:52.8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>
      <p:cViewPr varScale="1">
        <p:scale>
          <a:sx n="59" d="100"/>
          <a:sy n="59" d="100"/>
        </p:scale>
        <p:origin x="1104" y="28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 Alexandrino" userId="62a18928-3009-4a03-a6ab-bc52c99192d1" providerId="ADAL" clId="{92C7B061-3F96-4368-BDB7-6F7DC9CE3F52}"/>
    <pc:docChg chg="undo custSel modSld">
      <pc:chgData name="Fred Alexandrino" userId="62a18928-3009-4a03-a6ab-bc52c99192d1" providerId="ADAL" clId="{92C7B061-3F96-4368-BDB7-6F7DC9CE3F52}" dt="2025-11-18T21:16:00.231" v="191" actId="2711"/>
      <pc:docMkLst>
        <pc:docMk/>
      </pc:docMkLst>
      <pc:sldChg chg="modSp mod">
        <pc:chgData name="Fred Alexandrino" userId="62a18928-3009-4a03-a6ab-bc52c99192d1" providerId="ADAL" clId="{92C7B061-3F96-4368-BDB7-6F7DC9CE3F52}" dt="2025-11-18T21:14:20.432" v="159" actId="2711"/>
        <pc:sldMkLst>
          <pc:docMk/>
          <pc:sldMk cId="0" sldId="256"/>
        </pc:sldMkLst>
        <pc:spChg chg="mod">
          <ac:chgData name="Fred Alexandrino" userId="62a18928-3009-4a03-a6ab-bc52c99192d1" providerId="ADAL" clId="{92C7B061-3F96-4368-BDB7-6F7DC9CE3F52}" dt="2025-11-18T21:14:16.620" v="158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Fred Alexandrino" userId="62a18928-3009-4a03-a6ab-bc52c99192d1" providerId="ADAL" clId="{92C7B061-3F96-4368-BDB7-6F7DC9CE3F52}" dt="2025-11-18T21:14:20.432" v="159" actId="2711"/>
          <ac:spMkLst>
            <pc:docMk/>
            <pc:sldMk cId="0" sldId="256"/>
            <ac:spMk id="3" creationId="{06A6243E-844A-EA26-F192-198B44EC5A11}"/>
          </ac:spMkLst>
        </pc:spChg>
      </pc:sldChg>
      <pc:sldChg chg="modSp mod">
        <pc:chgData name="Fred Alexandrino" userId="62a18928-3009-4a03-a6ab-bc52c99192d1" providerId="ADAL" clId="{92C7B061-3F96-4368-BDB7-6F7DC9CE3F52}" dt="2025-11-18T21:16:00.231" v="191" actId="2711"/>
        <pc:sldMkLst>
          <pc:docMk/>
          <pc:sldMk cId="0" sldId="262"/>
        </pc:sldMkLst>
        <pc:spChg chg="mod">
          <ac:chgData name="Fred Alexandrino" userId="62a18928-3009-4a03-a6ab-bc52c99192d1" providerId="ADAL" clId="{92C7B061-3F96-4368-BDB7-6F7DC9CE3F52}" dt="2025-11-18T21:16:00.231" v="191" actId="2711"/>
          <ac:spMkLst>
            <pc:docMk/>
            <pc:sldMk cId="0" sldId="262"/>
            <ac:spMk id="16" creationId="{00000000-0000-0000-0000-000000000000}"/>
          </ac:spMkLst>
        </pc:spChg>
      </pc:sldChg>
      <pc:sldChg chg="addSp delSp modSp mod">
        <pc:chgData name="Fred Alexandrino" userId="62a18928-3009-4a03-a6ab-bc52c99192d1" providerId="ADAL" clId="{92C7B061-3F96-4368-BDB7-6F7DC9CE3F52}" dt="2025-11-18T21:15:40.785" v="186"/>
        <pc:sldMkLst>
          <pc:docMk/>
          <pc:sldMk cId="2409459747" sldId="573"/>
        </pc:sldMkLst>
        <pc:spChg chg="mod">
          <ac:chgData name="Fred Alexandrino" userId="62a18928-3009-4a03-a6ab-bc52c99192d1" providerId="ADAL" clId="{92C7B061-3F96-4368-BDB7-6F7DC9CE3F52}" dt="2025-11-18T21:13:57.214" v="151" actId="2711"/>
          <ac:spMkLst>
            <pc:docMk/>
            <pc:sldMk cId="2409459747" sldId="573"/>
            <ac:spMk id="2" creationId="{547A6965-AEE6-F67A-7BD7-588ABE211E64}"/>
          </ac:spMkLst>
        </pc:spChg>
        <pc:spChg chg="add mod">
          <ac:chgData name="Fred Alexandrino" userId="62a18928-3009-4a03-a6ab-bc52c99192d1" providerId="ADAL" clId="{92C7B061-3F96-4368-BDB7-6F7DC9CE3F52}" dt="2025-11-18T21:15:40.785" v="186"/>
          <ac:spMkLst>
            <pc:docMk/>
            <pc:sldMk cId="2409459747" sldId="573"/>
            <ac:spMk id="4" creationId="{98D1EE67-5C02-F59A-D6EA-5A525C54BFDA}"/>
          </ac:spMkLst>
        </pc:spChg>
        <pc:spChg chg="del mod">
          <ac:chgData name="Fred Alexandrino" userId="62a18928-3009-4a03-a6ab-bc52c99192d1" providerId="ADAL" clId="{92C7B061-3F96-4368-BDB7-6F7DC9CE3F52}" dt="2025-11-18T21:15:40.526" v="185" actId="478"/>
          <ac:spMkLst>
            <pc:docMk/>
            <pc:sldMk cId="2409459747" sldId="573"/>
            <ac:spMk id="21" creationId="{50AF1034-4421-7DF1-FF3E-AA3148315F3C}"/>
          </ac:spMkLst>
        </pc:spChg>
      </pc:sldChg>
      <pc:sldChg chg="addSp delSp modSp mod">
        <pc:chgData name="Fred Alexandrino" userId="62a18928-3009-4a03-a6ab-bc52c99192d1" providerId="ADAL" clId="{92C7B061-3F96-4368-BDB7-6F7DC9CE3F52}" dt="2025-11-18T21:15:47.498" v="190"/>
        <pc:sldMkLst>
          <pc:docMk/>
          <pc:sldMk cId="3172240654" sldId="593"/>
        </pc:sldMkLst>
        <pc:spChg chg="mod">
          <ac:chgData name="Fred Alexandrino" userId="62a18928-3009-4a03-a6ab-bc52c99192d1" providerId="ADAL" clId="{92C7B061-3F96-4368-BDB7-6F7DC9CE3F52}" dt="2025-11-18T21:15:07.869" v="175" actId="20577"/>
          <ac:spMkLst>
            <pc:docMk/>
            <pc:sldMk cId="3172240654" sldId="593"/>
            <ac:spMk id="5" creationId="{7629F944-A4BF-E294-3E78-907DCFEFE43A}"/>
          </ac:spMkLst>
        </pc:spChg>
        <pc:spChg chg="add mod">
          <ac:chgData name="Fred Alexandrino" userId="62a18928-3009-4a03-a6ab-bc52c99192d1" providerId="ADAL" clId="{92C7B061-3F96-4368-BDB7-6F7DC9CE3F52}" dt="2025-11-18T21:15:47.498" v="190"/>
          <ac:spMkLst>
            <pc:docMk/>
            <pc:sldMk cId="3172240654" sldId="593"/>
            <ac:spMk id="8" creationId="{678CE903-025B-907B-F9BF-C408695B4F4C}"/>
          </ac:spMkLst>
        </pc:spChg>
        <pc:spChg chg="del mod">
          <ac:chgData name="Fred Alexandrino" userId="62a18928-3009-4a03-a6ab-bc52c99192d1" providerId="ADAL" clId="{92C7B061-3F96-4368-BDB7-6F7DC9CE3F52}" dt="2025-11-18T21:15:47.304" v="189" actId="478"/>
          <ac:spMkLst>
            <pc:docMk/>
            <pc:sldMk cId="3172240654" sldId="593"/>
            <ac:spMk id="21" creationId="{D78BC5C7-089A-F79E-6432-7457136EF9A2}"/>
          </ac:spMkLst>
        </pc:spChg>
        <pc:picChg chg="add mod">
          <ac:chgData name="Fred Alexandrino" userId="62a18928-3009-4a03-a6ab-bc52c99192d1" providerId="ADAL" clId="{92C7B061-3F96-4368-BDB7-6F7DC9CE3F52}" dt="2025-11-18T21:03:36.354" v="4" actId="14100"/>
          <ac:picMkLst>
            <pc:docMk/>
            <pc:sldMk cId="3172240654" sldId="593"/>
            <ac:picMk id="4" creationId="{74932DB4-6AE8-EBE4-3D5E-C8A537858EAF}"/>
          </ac:picMkLst>
        </pc:picChg>
        <pc:picChg chg="add mod">
          <ac:chgData name="Fred Alexandrino" userId="62a18928-3009-4a03-a6ab-bc52c99192d1" providerId="ADAL" clId="{92C7B061-3F96-4368-BDB7-6F7DC9CE3F52}" dt="2025-11-18T21:15:01.175" v="165" actId="1076"/>
          <ac:picMkLst>
            <pc:docMk/>
            <pc:sldMk cId="3172240654" sldId="593"/>
            <ac:picMk id="7" creationId="{2A4C0C36-B014-6E7E-C285-CF7DC4059693}"/>
          </ac:picMkLst>
        </pc:picChg>
      </pc:sldChg>
      <pc:sldChg chg="modSp mod">
        <pc:chgData name="Fred Alexandrino" userId="62a18928-3009-4a03-a6ab-bc52c99192d1" providerId="ADAL" clId="{92C7B061-3F96-4368-BDB7-6F7DC9CE3F52}" dt="2025-11-18T21:15:36.169" v="184" actId="1076"/>
        <pc:sldMkLst>
          <pc:docMk/>
          <pc:sldMk cId="4160258113" sldId="597"/>
        </pc:sldMkLst>
        <pc:spChg chg="mod">
          <ac:chgData name="Fred Alexandrino" userId="62a18928-3009-4a03-a6ab-bc52c99192d1" providerId="ADAL" clId="{92C7B061-3F96-4368-BDB7-6F7DC9CE3F52}" dt="2025-11-18T21:14:48.099" v="164" actId="20577"/>
          <ac:spMkLst>
            <pc:docMk/>
            <pc:sldMk cId="4160258113" sldId="597"/>
            <ac:spMk id="5" creationId="{F903C5A4-C494-A51B-9774-724A863ED675}"/>
          </ac:spMkLst>
        </pc:spChg>
        <pc:spChg chg="mod">
          <ac:chgData name="Fred Alexandrino" userId="62a18928-3009-4a03-a6ab-bc52c99192d1" providerId="ADAL" clId="{92C7B061-3F96-4368-BDB7-6F7DC9CE3F52}" dt="2025-11-18T21:15:36.169" v="184" actId="1076"/>
          <ac:spMkLst>
            <pc:docMk/>
            <pc:sldMk cId="4160258113" sldId="597"/>
            <ac:spMk id="21" creationId="{FAEADAD8-D8FC-7D56-3A35-B15EE5437C76}"/>
          </ac:spMkLst>
        </pc:spChg>
        <pc:picChg chg="mod">
          <ac:chgData name="Fred Alexandrino" userId="62a18928-3009-4a03-a6ab-bc52c99192d1" providerId="ADAL" clId="{92C7B061-3F96-4368-BDB7-6F7DC9CE3F52}" dt="2025-11-18T21:14:38.798" v="161" actId="1076"/>
          <ac:picMkLst>
            <pc:docMk/>
            <pc:sldMk cId="4160258113" sldId="597"/>
            <ac:picMk id="6" creationId="{8CB2283C-E0BE-BDF9-6C08-88F05A26FC31}"/>
          </ac:picMkLst>
        </pc:picChg>
        <pc:picChg chg="mod">
          <ac:chgData name="Fred Alexandrino" userId="62a18928-3009-4a03-a6ab-bc52c99192d1" providerId="ADAL" clId="{92C7B061-3F96-4368-BDB7-6F7DC9CE3F52}" dt="2025-11-18T21:14:40.250" v="162" actId="1076"/>
          <ac:picMkLst>
            <pc:docMk/>
            <pc:sldMk cId="4160258113" sldId="597"/>
            <ac:picMk id="10" creationId="{AD0B9277-3D87-6EE1-DAE5-6A7C2D67081E}"/>
          </ac:picMkLst>
        </pc:picChg>
      </pc:sldChg>
      <pc:sldChg chg="addSp delSp modSp mod">
        <pc:chgData name="Fred Alexandrino" userId="62a18928-3009-4a03-a6ab-bc52c99192d1" providerId="ADAL" clId="{92C7B061-3F96-4368-BDB7-6F7DC9CE3F52}" dt="2025-11-18T21:15:44.167" v="188"/>
        <pc:sldMkLst>
          <pc:docMk/>
          <pc:sldMk cId="1456319275" sldId="598"/>
        </pc:sldMkLst>
        <pc:spChg chg="mod">
          <ac:chgData name="Fred Alexandrino" userId="62a18928-3009-4a03-a6ab-bc52c99192d1" providerId="ADAL" clId="{92C7B061-3F96-4368-BDB7-6F7DC9CE3F52}" dt="2025-11-18T21:13:48.049" v="150" actId="2711"/>
          <ac:spMkLst>
            <pc:docMk/>
            <pc:sldMk cId="1456319275" sldId="598"/>
            <ac:spMk id="2" creationId="{114C5825-D4FE-FE54-7997-C89756B8EAA6}"/>
          </ac:spMkLst>
        </pc:spChg>
        <pc:spChg chg="add mod">
          <ac:chgData name="Fred Alexandrino" userId="62a18928-3009-4a03-a6ab-bc52c99192d1" providerId="ADAL" clId="{92C7B061-3F96-4368-BDB7-6F7DC9CE3F52}" dt="2025-11-18T21:15:44.167" v="188"/>
          <ac:spMkLst>
            <pc:docMk/>
            <pc:sldMk cId="1456319275" sldId="598"/>
            <ac:spMk id="4" creationId="{DA4C2153-2E22-6362-201D-DB4AC69C2128}"/>
          </ac:spMkLst>
        </pc:spChg>
        <pc:spChg chg="del mod">
          <ac:chgData name="Fred Alexandrino" userId="62a18928-3009-4a03-a6ab-bc52c99192d1" providerId="ADAL" clId="{92C7B061-3F96-4368-BDB7-6F7DC9CE3F52}" dt="2025-11-18T21:15:43.952" v="187" actId="478"/>
          <ac:spMkLst>
            <pc:docMk/>
            <pc:sldMk cId="1456319275" sldId="598"/>
            <ac:spMk id="21" creationId="{4B79AF31-DBD4-6A12-12B0-AE2C7A9F9CE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70BA6-57DE-4CA8-BE2F-9A1A1F724AB3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E5AB1-99B8-48B1-A379-ED9E671928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88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bg1"/>
                </a:solidFill>
                <a:latin typeface="Raleway"/>
                <a:cs typeface="Ralew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4138968" y="6506825"/>
            <a:ext cx="5916930" cy="3257550"/>
          </a:xfrm>
          <a:custGeom>
            <a:avLst/>
            <a:gdLst/>
            <a:ahLst/>
            <a:cxnLst/>
            <a:rect l="l" t="t" r="r" b="b"/>
            <a:pathLst>
              <a:path w="5916930" h="3257550">
                <a:moveTo>
                  <a:pt x="5811980" y="0"/>
                </a:moveTo>
                <a:lnTo>
                  <a:pt x="104708" y="0"/>
                </a:lnTo>
                <a:lnTo>
                  <a:pt x="63950" y="8229"/>
                </a:lnTo>
                <a:lnTo>
                  <a:pt x="30667" y="30671"/>
                </a:lnTo>
                <a:lnTo>
                  <a:pt x="8228" y="63955"/>
                </a:lnTo>
                <a:lnTo>
                  <a:pt x="0" y="104708"/>
                </a:lnTo>
                <a:lnTo>
                  <a:pt x="0" y="3152773"/>
                </a:lnTo>
                <a:lnTo>
                  <a:pt x="8228" y="3193531"/>
                </a:lnTo>
                <a:lnTo>
                  <a:pt x="30667" y="3226814"/>
                </a:lnTo>
                <a:lnTo>
                  <a:pt x="63950" y="3249253"/>
                </a:lnTo>
                <a:lnTo>
                  <a:pt x="104708" y="3257481"/>
                </a:lnTo>
                <a:lnTo>
                  <a:pt x="5811980" y="3257481"/>
                </a:lnTo>
                <a:lnTo>
                  <a:pt x="5852738" y="3249253"/>
                </a:lnTo>
                <a:lnTo>
                  <a:pt x="5886021" y="3226814"/>
                </a:lnTo>
                <a:lnTo>
                  <a:pt x="5908460" y="3193531"/>
                </a:lnTo>
                <a:lnTo>
                  <a:pt x="5916688" y="3152773"/>
                </a:lnTo>
                <a:lnTo>
                  <a:pt x="5916688" y="104708"/>
                </a:lnTo>
                <a:lnTo>
                  <a:pt x="5908460" y="63955"/>
                </a:lnTo>
                <a:lnTo>
                  <a:pt x="5886021" y="30671"/>
                </a:lnTo>
                <a:lnTo>
                  <a:pt x="5852738" y="8229"/>
                </a:lnTo>
                <a:lnTo>
                  <a:pt x="58119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138968" y="6506825"/>
            <a:ext cx="5916930" cy="3257550"/>
          </a:xfrm>
          <a:custGeom>
            <a:avLst/>
            <a:gdLst/>
            <a:ahLst/>
            <a:cxnLst/>
            <a:rect l="l" t="t" r="r" b="b"/>
            <a:pathLst>
              <a:path w="5916930" h="3257550">
                <a:moveTo>
                  <a:pt x="5811980" y="3257481"/>
                </a:moveTo>
                <a:lnTo>
                  <a:pt x="104708" y="3257481"/>
                </a:lnTo>
                <a:lnTo>
                  <a:pt x="63950" y="3249253"/>
                </a:lnTo>
                <a:lnTo>
                  <a:pt x="30667" y="3226814"/>
                </a:lnTo>
                <a:lnTo>
                  <a:pt x="8228" y="3193531"/>
                </a:lnTo>
                <a:lnTo>
                  <a:pt x="0" y="3152773"/>
                </a:lnTo>
                <a:lnTo>
                  <a:pt x="0" y="104708"/>
                </a:lnTo>
                <a:lnTo>
                  <a:pt x="8228" y="63955"/>
                </a:lnTo>
                <a:lnTo>
                  <a:pt x="30667" y="30671"/>
                </a:lnTo>
                <a:lnTo>
                  <a:pt x="63950" y="8229"/>
                </a:lnTo>
                <a:lnTo>
                  <a:pt x="104708" y="0"/>
                </a:lnTo>
                <a:lnTo>
                  <a:pt x="5811980" y="0"/>
                </a:lnTo>
                <a:lnTo>
                  <a:pt x="5852738" y="8229"/>
                </a:lnTo>
                <a:lnTo>
                  <a:pt x="5886021" y="30671"/>
                </a:lnTo>
                <a:lnTo>
                  <a:pt x="5908460" y="63955"/>
                </a:lnTo>
                <a:lnTo>
                  <a:pt x="5916688" y="104708"/>
                </a:lnTo>
                <a:lnTo>
                  <a:pt x="5916688" y="3152773"/>
                </a:lnTo>
                <a:lnTo>
                  <a:pt x="5908460" y="3193531"/>
                </a:lnTo>
                <a:lnTo>
                  <a:pt x="5886021" y="3226814"/>
                </a:lnTo>
                <a:lnTo>
                  <a:pt x="5852738" y="3249253"/>
                </a:lnTo>
                <a:lnTo>
                  <a:pt x="5811980" y="3257481"/>
                </a:lnTo>
                <a:close/>
              </a:path>
            </a:pathLst>
          </a:custGeom>
          <a:ln w="10470">
            <a:solidFill>
              <a:srgbClr val="B6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bg1"/>
                </a:solidFill>
                <a:latin typeface="Raleway"/>
                <a:cs typeface="Ralew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bg1"/>
                </a:solidFill>
                <a:latin typeface="Raleway"/>
                <a:cs typeface="Ralew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84591" y="3479145"/>
            <a:ext cx="1914525" cy="716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chemeClr val="bg1"/>
                </a:solidFill>
                <a:latin typeface="Raleway"/>
                <a:cs typeface="Ralew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 object 16">
            <a:extLst>
              <a:ext uri="{FF2B5EF4-FFF2-40B4-BE49-F238E27FC236}">
                <a16:creationId xmlns:a16="http://schemas.microsoft.com/office/drawing/2014/main" id="{7BBB8250-08EE-6770-EA71-483EF3392F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0052050" cy="113087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4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49" y="11308556"/>
                </a:lnTo>
                <a:lnTo>
                  <a:pt x="10052049" y="0"/>
                </a:lnTo>
                <a:close/>
              </a:path>
            </a:pathLst>
          </a:custGeom>
          <a:solidFill>
            <a:srgbClr val="18142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3222" y="3437170"/>
            <a:ext cx="6022399" cy="1458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95"/>
              </a:spcBef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Relatório de Ocorrência</a:t>
            </a:r>
            <a:endParaRPr spc="-1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60" y="10"/>
            <a:ext cx="10052039" cy="1130854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052050" y="0"/>
            <a:ext cx="10052050" cy="11308715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1005204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49" y="11308556"/>
                </a:lnTo>
                <a:lnTo>
                  <a:pt x="10052049" y="0"/>
                </a:lnTo>
                <a:close/>
              </a:path>
            </a:pathLst>
          </a:custGeom>
          <a:solidFill>
            <a:srgbClr val="181428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052050" y="3"/>
            <a:ext cx="4713605" cy="5648960"/>
          </a:xfrm>
          <a:custGeom>
            <a:avLst/>
            <a:gdLst/>
            <a:ahLst/>
            <a:cxnLst/>
            <a:rect l="l" t="t" r="r" b="b"/>
            <a:pathLst>
              <a:path w="4713605" h="5648960">
                <a:moveTo>
                  <a:pt x="0" y="5648896"/>
                </a:moveTo>
                <a:lnTo>
                  <a:pt x="3893640" y="3616947"/>
                </a:lnTo>
                <a:lnTo>
                  <a:pt x="3937607" y="3592957"/>
                </a:lnTo>
                <a:lnTo>
                  <a:pt x="3980576" y="3567662"/>
                </a:lnTo>
                <a:lnTo>
                  <a:pt x="4022531" y="3541094"/>
                </a:lnTo>
                <a:lnTo>
                  <a:pt x="4063449" y="3513286"/>
                </a:lnTo>
                <a:lnTo>
                  <a:pt x="4103313" y="3484268"/>
                </a:lnTo>
                <a:lnTo>
                  <a:pt x="4142103" y="3454075"/>
                </a:lnTo>
                <a:lnTo>
                  <a:pt x="4179799" y="3422737"/>
                </a:lnTo>
                <a:lnTo>
                  <a:pt x="4216382" y="3390287"/>
                </a:lnTo>
                <a:lnTo>
                  <a:pt x="4251832" y="3356757"/>
                </a:lnTo>
                <a:lnTo>
                  <a:pt x="4286131" y="3322179"/>
                </a:lnTo>
                <a:lnTo>
                  <a:pt x="4319257" y="3286586"/>
                </a:lnTo>
                <a:lnTo>
                  <a:pt x="4351193" y="3250009"/>
                </a:lnTo>
                <a:lnTo>
                  <a:pt x="4381919" y="3212481"/>
                </a:lnTo>
                <a:lnTo>
                  <a:pt x="4411415" y="3174034"/>
                </a:lnTo>
                <a:lnTo>
                  <a:pt x="4439661" y="3134699"/>
                </a:lnTo>
                <a:lnTo>
                  <a:pt x="4466639" y="3094510"/>
                </a:lnTo>
                <a:lnTo>
                  <a:pt x="4492329" y="3053498"/>
                </a:lnTo>
                <a:lnTo>
                  <a:pt x="4516711" y="3011696"/>
                </a:lnTo>
                <a:lnTo>
                  <a:pt x="4539766" y="2969135"/>
                </a:lnTo>
                <a:lnTo>
                  <a:pt x="4561474" y="2925848"/>
                </a:lnTo>
                <a:lnTo>
                  <a:pt x="4581817" y="2881867"/>
                </a:lnTo>
                <a:lnTo>
                  <a:pt x="4600774" y="2837224"/>
                </a:lnTo>
                <a:lnTo>
                  <a:pt x="4618327" y="2791951"/>
                </a:lnTo>
                <a:lnTo>
                  <a:pt x="4634455" y="2746081"/>
                </a:lnTo>
                <a:lnTo>
                  <a:pt x="4649139" y="2699645"/>
                </a:lnTo>
                <a:lnTo>
                  <a:pt x="4662360" y="2652676"/>
                </a:lnTo>
                <a:lnTo>
                  <a:pt x="4674099" y="2605206"/>
                </a:lnTo>
                <a:lnTo>
                  <a:pt x="4684336" y="2557267"/>
                </a:lnTo>
                <a:lnTo>
                  <a:pt x="4693051" y="2508891"/>
                </a:lnTo>
                <a:lnTo>
                  <a:pt x="4700225" y="2460110"/>
                </a:lnTo>
                <a:lnTo>
                  <a:pt x="4705839" y="2410957"/>
                </a:lnTo>
                <a:lnTo>
                  <a:pt x="4709873" y="2361464"/>
                </a:lnTo>
                <a:lnTo>
                  <a:pt x="4712307" y="2311663"/>
                </a:lnTo>
                <a:lnTo>
                  <a:pt x="4713123" y="2261585"/>
                </a:lnTo>
                <a:lnTo>
                  <a:pt x="4713123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31520" y="5648899"/>
            <a:ext cx="5320665" cy="5659755"/>
          </a:xfrm>
          <a:custGeom>
            <a:avLst/>
            <a:gdLst/>
            <a:ahLst/>
            <a:cxnLst/>
            <a:rect l="l" t="t" r="r" b="b"/>
            <a:pathLst>
              <a:path w="5320665" h="5659755">
                <a:moveTo>
                  <a:pt x="5320529" y="0"/>
                </a:moveTo>
                <a:lnTo>
                  <a:pt x="819482" y="2042702"/>
                </a:lnTo>
                <a:lnTo>
                  <a:pt x="775516" y="2066692"/>
                </a:lnTo>
                <a:lnTo>
                  <a:pt x="732546" y="2091987"/>
                </a:lnTo>
                <a:lnTo>
                  <a:pt x="690592" y="2118554"/>
                </a:lnTo>
                <a:lnTo>
                  <a:pt x="649673" y="2146363"/>
                </a:lnTo>
                <a:lnTo>
                  <a:pt x="609809" y="2175380"/>
                </a:lnTo>
                <a:lnTo>
                  <a:pt x="571020" y="2205574"/>
                </a:lnTo>
                <a:lnTo>
                  <a:pt x="533324" y="2236912"/>
                </a:lnTo>
                <a:lnTo>
                  <a:pt x="496741" y="2269362"/>
                </a:lnTo>
                <a:lnTo>
                  <a:pt x="461290" y="2302892"/>
                </a:lnTo>
                <a:lnTo>
                  <a:pt x="426992" y="2337470"/>
                </a:lnTo>
                <a:lnTo>
                  <a:pt x="393865" y="2373063"/>
                </a:lnTo>
                <a:lnTo>
                  <a:pt x="361929" y="2409640"/>
                </a:lnTo>
                <a:lnTo>
                  <a:pt x="331204" y="2447168"/>
                </a:lnTo>
                <a:lnTo>
                  <a:pt x="301708" y="2485616"/>
                </a:lnTo>
                <a:lnTo>
                  <a:pt x="273461" y="2524950"/>
                </a:lnTo>
                <a:lnTo>
                  <a:pt x="246484" y="2565140"/>
                </a:lnTo>
                <a:lnTo>
                  <a:pt x="220794" y="2606152"/>
                </a:lnTo>
                <a:lnTo>
                  <a:pt x="196412" y="2647954"/>
                </a:lnTo>
                <a:lnTo>
                  <a:pt x="173357" y="2690516"/>
                </a:lnTo>
                <a:lnTo>
                  <a:pt x="151648" y="2733803"/>
                </a:lnTo>
                <a:lnTo>
                  <a:pt x="131306" y="2777784"/>
                </a:lnTo>
                <a:lnTo>
                  <a:pt x="112348" y="2822428"/>
                </a:lnTo>
                <a:lnTo>
                  <a:pt x="94796" y="2867701"/>
                </a:lnTo>
                <a:lnTo>
                  <a:pt x="78668" y="2913571"/>
                </a:lnTo>
                <a:lnTo>
                  <a:pt x="63983" y="2960008"/>
                </a:lnTo>
                <a:lnTo>
                  <a:pt x="50762" y="3006977"/>
                </a:lnTo>
                <a:lnTo>
                  <a:pt x="39023" y="3054448"/>
                </a:lnTo>
                <a:lnTo>
                  <a:pt x="28787" y="3102388"/>
                </a:lnTo>
                <a:lnTo>
                  <a:pt x="20072" y="3150764"/>
                </a:lnTo>
                <a:lnTo>
                  <a:pt x="12898" y="3199545"/>
                </a:lnTo>
                <a:lnTo>
                  <a:pt x="7284" y="3248699"/>
                </a:lnTo>
                <a:lnTo>
                  <a:pt x="3250" y="3298193"/>
                </a:lnTo>
                <a:lnTo>
                  <a:pt x="815" y="3347996"/>
                </a:lnTo>
                <a:lnTo>
                  <a:pt x="0" y="3398074"/>
                </a:lnTo>
                <a:lnTo>
                  <a:pt x="0" y="5659660"/>
                </a:lnTo>
              </a:path>
            </a:pathLst>
          </a:custGeom>
          <a:ln w="31412">
            <a:solidFill>
              <a:srgbClr val="AADC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99157C2A-385C-17EE-2840-660782F20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3223" y="1463675"/>
            <a:ext cx="3521627" cy="61595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06A6243E-844A-EA26-F192-198B44EC5A11}"/>
              </a:ext>
            </a:extLst>
          </p:cNvPr>
          <p:cNvSpPr txBox="1">
            <a:spLocks/>
          </p:cNvSpPr>
          <p:nvPr/>
        </p:nvSpPr>
        <p:spPr>
          <a:xfrm>
            <a:off x="1453221" y="4871922"/>
            <a:ext cx="6022399" cy="32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500" b="1" i="0">
                <a:solidFill>
                  <a:schemeClr val="bg1"/>
                </a:solidFill>
                <a:latin typeface="Raleway"/>
                <a:ea typeface="+mj-ea"/>
                <a:cs typeface="Raleway"/>
              </a:defRPr>
            </a:lvl1pPr>
          </a:lstStyle>
          <a:p>
            <a:pPr marL="12700" marR="5080">
              <a:lnSpc>
                <a:spcPct val="106100"/>
              </a:lnSpc>
              <a:spcBef>
                <a:spcPts val="95"/>
              </a:spcBef>
            </a:pPr>
            <a:r>
              <a:rPr sz="2000" b="0">
                <a:latin typeface="Poppins"/>
              </a:rPr>
              <a:t>{{CLIENTE}} – {{USINA}}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5E8C-9366-E26B-2AD8-A10677B5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1AE54EA-8DC1-CAF8-5B65-E4ECA6C61629}"/>
              </a:ext>
            </a:extLst>
          </p:cNvPr>
          <p:cNvSpPr/>
          <p:nvPr/>
        </p:nvSpPr>
        <p:spPr>
          <a:xfrm>
            <a:off x="4217568" y="4976971"/>
            <a:ext cx="15887065" cy="6331585"/>
          </a:xfrm>
          <a:custGeom>
            <a:avLst/>
            <a:gdLst/>
            <a:ahLst/>
            <a:cxnLst/>
            <a:rect l="l" t="t" r="r" b="b"/>
            <a:pathLst>
              <a:path w="15887065" h="6331584">
                <a:moveTo>
                  <a:pt x="15886519" y="0"/>
                </a:moveTo>
                <a:lnTo>
                  <a:pt x="9569958" y="6320676"/>
                </a:lnTo>
                <a:lnTo>
                  <a:pt x="3547414" y="4445000"/>
                </a:lnTo>
                <a:lnTo>
                  <a:pt x="3499612" y="4430712"/>
                </a:lnTo>
                <a:lnTo>
                  <a:pt x="3451644" y="4417542"/>
                </a:lnTo>
                <a:lnTo>
                  <a:pt x="3403549" y="4405490"/>
                </a:lnTo>
                <a:lnTo>
                  <a:pt x="3355327" y="4394568"/>
                </a:lnTo>
                <a:lnTo>
                  <a:pt x="3306991" y="4384751"/>
                </a:lnTo>
                <a:lnTo>
                  <a:pt x="3258578" y="4376039"/>
                </a:lnTo>
                <a:lnTo>
                  <a:pt x="3210090" y="4368444"/>
                </a:lnTo>
                <a:lnTo>
                  <a:pt x="3161550" y="4361942"/>
                </a:lnTo>
                <a:lnTo>
                  <a:pt x="3112973" y="4356532"/>
                </a:lnTo>
                <a:lnTo>
                  <a:pt x="3064319" y="4352214"/>
                </a:lnTo>
                <a:lnTo>
                  <a:pt x="3015780" y="4348988"/>
                </a:lnTo>
                <a:lnTo>
                  <a:pt x="2967202" y="4346841"/>
                </a:lnTo>
                <a:lnTo>
                  <a:pt x="2918650" y="4345775"/>
                </a:lnTo>
                <a:lnTo>
                  <a:pt x="2870162" y="4345787"/>
                </a:lnTo>
                <a:lnTo>
                  <a:pt x="2821736" y="4346867"/>
                </a:lnTo>
                <a:lnTo>
                  <a:pt x="2773400" y="4349013"/>
                </a:lnTo>
                <a:lnTo>
                  <a:pt x="2725128" y="4352214"/>
                </a:lnTo>
                <a:lnTo>
                  <a:pt x="2677058" y="4356481"/>
                </a:lnTo>
                <a:lnTo>
                  <a:pt x="2629090" y="4361789"/>
                </a:lnTo>
                <a:lnTo>
                  <a:pt x="2581275" y="4368152"/>
                </a:lnTo>
                <a:lnTo>
                  <a:pt x="2533624" y="4375556"/>
                </a:lnTo>
                <a:lnTo>
                  <a:pt x="2486177" y="4384002"/>
                </a:lnTo>
                <a:lnTo>
                  <a:pt x="2438933" y="4393489"/>
                </a:lnTo>
                <a:lnTo>
                  <a:pt x="2391930" y="4404004"/>
                </a:lnTo>
                <a:lnTo>
                  <a:pt x="2345156" y="4415548"/>
                </a:lnTo>
                <a:lnTo>
                  <a:pt x="2298649" y="4428109"/>
                </a:lnTo>
                <a:lnTo>
                  <a:pt x="2252421" y="4441685"/>
                </a:lnTo>
                <a:lnTo>
                  <a:pt x="2206485" y="4456277"/>
                </a:lnTo>
                <a:lnTo>
                  <a:pt x="2160867" y="4471886"/>
                </a:lnTo>
                <a:lnTo>
                  <a:pt x="2115578" y="4488497"/>
                </a:lnTo>
                <a:lnTo>
                  <a:pt x="2070646" y="4506099"/>
                </a:lnTo>
                <a:lnTo>
                  <a:pt x="2026069" y="4524718"/>
                </a:lnTo>
                <a:lnTo>
                  <a:pt x="1981885" y="4544314"/>
                </a:lnTo>
                <a:lnTo>
                  <a:pt x="1938096" y="4564900"/>
                </a:lnTo>
                <a:lnTo>
                  <a:pt x="1894725" y="4586465"/>
                </a:lnTo>
                <a:lnTo>
                  <a:pt x="1851799" y="4609020"/>
                </a:lnTo>
                <a:lnTo>
                  <a:pt x="1809330" y="4632553"/>
                </a:lnTo>
                <a:lnTo>
                  <a:pt x="1767319" y="4657039"/>
                </a:lnTo>
                <a:lnTo>
                  <a:pt x="1725803" y="4682502"/>
                </a:lnTo>
                <a:lnTo>
                  <a:pt x="1684794" y="4708931"/>
                </a:lnTo>
                <a:lnTo>
                  <a:pt x="1644307" y="4736312"/>
                </a:lnTo>
                <a:lnTo>
                  <a:pt x="1604365" y="4764646"/>
                </a:lnTo>
                <a:lnTo>
                  <a:pt x="1564982" y="4793932"/>
                </a:lnTo>
                <a:lnTo>
                  <a:pt x="1526171" y="4824171"/>
                </a:lnTo>
                <a:lnTo>
                  <a:pt x="1487957" y="4855337"/>
                </a:lnTo>
                <a:lnTo>
                  <a:pt x="1450352" y="4887442"/>
                </a:lnTo>
                <a:lnTo>
                  <a:pt x="1413383" y="4920488"/>
                </a:lnTo>
                <a:lnTo>
                  <a:pt x="1377048" y="4954448"/>
                </a:lnTo>
                <a:lnTo>
                  <a:pt x="1341386" y="4989334"/>
                </a:lnTo>
                <a:lnTo>
                  <a:pt x="0" y="6331585"/>
                </a:lnTo>
                <a:lnTo>
                  <a:pt x="9559049" y="6331585"/>
                </a:lnTo>
                <a:lnTo>
                  <a:pt x="15886519" y="6331585"/>
                </a:lnTo>
                <a:lnTo>
                  <a:pt x="15886519" y="0"/>
                </a:lnTo>
                <a:close/>
              </a:path>
            </a:pathLst>
          </a:custGeom>
          <a:solidFill>
            <a:srgbClr val="F1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ADAD8-D8FC-7D56-3A35-B15EE5437C76}"/>
              </a:ext>
            </a:extLst>
          </p:cNvPr>
          <p:cNvSpPr txBox="1"/>
          <p:nvPr/>
        </p:nvSpPr>
        <p:spPr>
          <a:xfrm>
            <a:off x="2465515" y="873771"/>
            <a:ext cx="16730535" cy="87139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1300" spc="-10" dirty="0">
                <a:solidFill>
                  <a:srgbClr val="6B6B6B"/>
                </a:solidFill>
                <a:latin typeface="Poppins"/>
                <a:cs typeface="Poppins"/>
              </a:rPr>
              <a:t>Serviços</a:t>
            </a:r>
            <a:r>
              <a:rPr lang="pt-BR" sz="1300" spc="-10" dirty="0">
                <a:solidFill>
                  <a:srgbClr val="6B6B6B"/>
                </a:solidFill>
                <a:latin typeface="Poppins"/>
                <a:cs typeface="Poppins"/>
              </a:rPr>
              <a:t> Especializados Grid Co.</a:t>
            </a:r>
            <a:endParaRPr sz="1300" dirty="0">
              <a:latin typeface="Poppins"/>
              <a:cs typeface="Poppin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pt-BR" sz="3700" b="1" dirty="0">
                <a:solidFill>
                  <a:srgbClr val="1814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Relatório de Ocorrência – UFV {{USINA}}</a:t>
            </a: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A805A35-DBC4-9675-2D27-6A15AB6CF77D}"/>
              </a:ext>
            </a:extLst>
          </p:cNvPr>
          <p:cNvSpPr/>
          <p:nvPr/>
        </p:nvSpPr>
        <p:spPr>
          <a:xfrm>
            <a:off x="1372895" y="972736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60" h="683260">
                <a:moveTo>
                  <a:pt x="667054" y="236321"/>
                </a:moveTo>
                <a:lnTo>
                  <a:pt x="649185" y="192138"/>
                </a:lnTo>
                <a:lnTo>
                  <a:pt x="625576" y="151257"/>
                </a:lnTo>
                <a:lnTo>
                  <a:pt x="596722" y="114173"/>
                </a:lnTo>
                <a:lnTo>
                  <a:pt x="563143" y="81407"/>
                </a:lnTo>
                <a:lnTo>
                  <a:pt x="525348" y="53454"/>
                </a:lnTo>
                <a:lnTo>
                  <a:pt x="483831" y="30835"/>
                </a:lnTo>
                <a:lnTo>
                  <a:pt x="439115" y="14046"/>
                </a:lnTo>
                <a:lnTo>
                  <a:pt x="391693" y="3594"/>
                </a:lnTo>
                <a:lnTo>
                  <a:pt x="342074" y="0"/>
                </a:lnTo>
                <a:lnTo>
                  <a:pt x="292455" y="3594"/>
                </a:lnTo>
                <a:lnTo>
                  <a:pt x="245033" y="14046"/>
                </a:lnTo>
                <a:lnTo>
                  <a:pt x="200317" y="30835"/>
                </a:lnTo>
                <a:lnTo>
                  <a:pt x="158800" y="53454"/>
                </a:lnTo>
                <a:lnTo>
                  <a:pt x="121005" y="81407"/>
                </a:lnTo>
                <a:lnTo>
                  <a:pt x="87426" y="114173"/>
                </a:lnTo>
                <a:lnTo>
                  <a:pt x="58585" y="151257"/>
                </a:lnTo>
                <a:lnTo>
                  <a:pt x="34975" y="192138"/>
                </a:lnTo>
                <a:lnTo>
                  <a:pt x="17094" y="236321"/>
                </a:lnTo>
                <a:lnTo>
                  <a:pt x="122999" y="236321"/>
                </a:lnTo>
                <a:lnTo>
                  <a:pt x="146189" y="197827"/>
                </a:lnTo>
                <a:lnTo>
                  <a:pt x="175856" y="164388"/>
                </a:lnTo>
                <a:lnTo>
                  <a:pt x="211150" y="136880"/>
                </a:lnTo>
                <a:lnTo>
                  <a:pt x="251193" y="116154"/>
                </a:lnTo>
                <a:lnTo>
                  <a:pt x="295122" y="103073"/>
                </a:lnTo>
                <a:lnTo>
                  <a:pt x="342074" y="98526"/>
                </a:lnTo>
                <a:lnTo>
                  <a:pt x="389026" y="103073"/>
                </a:lnTo>
                <a:lnTo>
                  <a:pt x="432955" y="116154"/>
                </a:lnTo>
                <a:lnTo>
                  <a:pt x="472998" y="136880"/>
                </a:lnTo>
                <a:lnTo>
                  <a:pt x="508292" y="164388"/>
                </a:lnTo>
                <a:lnTo>
                  <a:pt x="537959" y="197827"/>
                </a:lnTo>
                <a:lnTo>
                  <a:pt x="561149" y="236321"/>
                </a:lnTo>
                <a:lnTo>
                  <a:pt x="667054" y="236321"/>
                </a:lnTo>
                <a:close/>
              </a:path>
              <a:path w="683260" h="683260">
                <a:moveTo>
                  <a:pt x="683183" y="341591"/>
                </a:moveTo>
                <a:lnTo>
                  <a:pt x="584669" y="341591"/>
                </a:lnTo>
                <a:lnTo>
                  <a:pt x="569442" y="341591"/>
                </a:lnTo>
                <a:lnTo>
                  <a:pt x="569442" y="426262"/>
                </a:lnTo>
                <a:lnTo>
                  <a:pt x="567334" y="431596"/>
                </a:lnTo>
                <a:lnTo>
                  <a:pt x="569442" y="426262"/>
                </a:lnTo>
                <a:lnTo>
                  <a:pt x="569442" y="341591"/>
                </a:lnTo>
                <a:lnTo>
                  <a:pt x="342074" y="341591"/>
                </a:lnTo>
                <a:lnTo>
                  <a:pt x="296443" y="254635"/>
                </a:lnTo>
                <a:lnTo>
                  <a:pt x="291007" y="247027"/>
                </a:lnTo>
                <a:lnTo>
                  <a:pt x="283857" y="241261"/>
                </a:lnTo>
                <a:lnTo>
                  <a:pt x="275437" y="237604"/>
                </a:lnTo>
                <a:lnTo>
                  <a:pt x="266179" y="236321"/>
                </a:lnTo>
                <a:lnTo>
                  <a:pt x="123012" y="236321"/>
                </a:lnTo>
                <a:lnTo>
                  <a:pt x="112763" y="260921"/>
                </a:lnTo>
                <a:lnTo>
                  <a:pt x="105232" y="286778"/>
                </a:lnTo>
                <a:lnTo>
                  <a:pt x="100584" y="313728"/>
                </a:lnTo>
                <a:lnTo>
                  <a:pt x="98996" y="341591"/>
                </a:lnTo>
                <a:lnTo>
                  <a:pt x="341591" y="341591"/>
                </a:lnTo>
                <a:lnTo>
                  <a:pt x="387223" y="428561"/>
                </a:lnTo>
                <a:lnTo>
                  <a:pt x="392658" y="436168"/>
                </a:lnTo>
                <a:lnTo>
                  <a:pt x="399808" y="441934"/>
                </a:lnTo>
                <a:lnTo>
                  <a:pt x="408241" y="445592"/>
                </a:lnTo>
                <a:lnTo>
                  <a:pt x="417499" y="446874"/>
                </a:lnTo>
                <a:lnTo>
                  <a:pt x="559612" y="446874"/>
                </a:lnTo>
                <a:lnTo>
                  <a:pt x="543458" y="476846"/>
                </a:lnTo>
                <a:lnTo>
                  <a:pt x="513753" y="513016"/>
                </a:lnTo>
                <a:lnTo>
                  <a:pt x="477735" y="542874"/>
                </a:lnTo>
                <a:lnTo>
                  <a:pt x="436372" y="565442"/>
                </a:lnTo>
                <a:lnTo>
                  <a:pt x="390664" y="579704"/>
                </a:lnTo>
                <a:lnTo>
                  <a:pt x="341591" y="584682"/>
                </a:lnTo>
                <a:lnTo>
                  <a:pt x="292671" y="579729"/>
                </a:lnTo>
                <a:lnTo>
                  <a:pt x="247065" y="565543"/>
                </a:lnTo>
                <a:lnTo>
                  <a:pt x="205778" y="543102"/>
                </a:lnTo>
                <a:lnTo>
                  <a:pt x="169799" y="513397"/>
                </a:lnTo>
                <a:lnTo>
                  <a:pt x="140081" y="477405"/>
                </a:lnTo>
                <a:lnTo>
                  <a:pt x="117652" y="436118"/>
                </a:lnTo>
                <a:lnTo>
                  <a:pt x="103466" y="390525"/>
                </a:lnTo>
                <a:lnTo>
                  <a:pt x="98513" y="341591"/>
                </a:lnTo>
                <a:lnTo>
                  <a:pt x="0" y="341591"/>
                </a:lnTo>
                <a:lnTo>
                  <a:pt x="3124" y="387883"/>
                </a:lnTo>
                <a:lnTo>
                  <a:pt x="12217" y="432308"/>
                </a:lnTo>
                <a:lnTo>
                  <a:pt x="26885" y="474433"/>
                </a:lnTo>
                <a:lnTo>
                  <a:pt x="46697" y="513880"/>
                </a:lnTo>
                <a:lnTo>
                  <a:pt x="71259" y="550214"/>
                </a:lnTo>
                <a:lnTo>
                  <a:pt x="100164" y="583031"/>
                </a:lnTo>
                <a:lnTo>
                  <a:pt x="132981" y="611924"/>
                </a:lnTo>
                <a:lnTo>
                  <a:pt x="169316" y="636485"/>
                </a:lnTo>
                <a:lnTo>
                  <a:pt x="208762" y="656310"/>
                </a:lnTo>
                <a:lnTo>
                  <a:pt x="250888" y="670979"/>
                </a:lnTo>
                <a:lnTo>
                  <a:pt x="295313" y="680072"/>
                </a:lnTo>
                <a:lnTo>
                  <a:pt x="341591" y="683196"/>
                </a:lnTo>
                <a:lnTo>
                  <a:pt x="387883" y="680072"/>
                </a:lnTo>
                <a:lnTo>
                  <a:pt x="432295" y="670979"/>
                </a:lnTo>
                <a:lnTo>
                  <a:pt x="474433" y="656310"/>
                </a:lnTo>
                <a:lnTo>
                  <a:pt x="513867" y="636485"/>
                </a:lnTo>
                <a:lnTo>
                  <a:pt x="550202" y="611924"/>
                </a:lnTo>
                <a:lnTo>
                  <a:pt x="581152" y="584682"/>
                </a:lnTo>
                <a:lnTo>
                  <a:pt x="611924" y="550214"/>
                </a:lnTo>
                <a:lnTo>
                  <a:pt x="636485" y="513880"/>
                </a:lnTo>
                <a:lnTo>
                  <a:pt x="656297" y="474433"/>
                </a:lnTo>
                <a:lnTo>
                  <a:pt x="669899" y="435356"/>
                </a:lnTo>
                <a:lnTo>
                  <a:pt x="670966" y="432308"/>
                </a:lnTo>
                <a:lnTo>
                  <a:pt x="671106" y="431596"/>
                </a:lnTo>
                <a:lnTo>
                  <a:pt x="672757" y="423557"/>
                </a:lnTo>
                <a:lnTo>
                  <a:pt x="673709" y="418909"/>
                </a:lnTo>
                <a:lnTo>
                  <a:pt x="675246" y="411441"/>
                </a:lnTo>
                <a:lnTo>
                  <a:pt x="676262" y="406425"/>
                </a:lnTo>
                <a:lnTo>
                  <a:pt x="677786" y="399021"/>
                </a:lnTo>
                <a:lnTo>
                  <a:pt x="681062" y="373100"/>
                </a:lnTo>
                <a:lnTo>
                  <a:pt x="681405" y="368071"/>
                </a:lnTo>
                <a:lnTo>
                  <a:pt x="682002" y="359232"/>
                </a:lnTo>
                <a:lnTo>
                  <a:pt x="682294" y="354914"/>
                </a:lnTo>
                <a:lnTo>
                  <a:pt x="683183" y="341591"/>
                </a:lnTo>
                <a:close/>
              </a:path>
            </a:pathLst>
          </a:custGeom>
          <a:solidFill>
            <a:srgbClr val="AAD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03C5A4-C494-A51B-9774-724A863ED675}"/>
              </a:ext>
            </a:extLst>
          </p:cNvPr>
          <p:cNvSpPr txBox="1"/>
          <p:nvPr/>
        </p:nvSpPr>
        <p:spPr>
          <a:xfrm>
            <a:off x="2206434" y="2341055"/>
            <a:ext cx="15102998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720" marR="347980" algn="just">
              <a:spcBef>
                <a:spcPts val="600"/>
              </a:spcBef>
            </a:pPr>
            <a:r>
              <a:rPr sz="2000" b="0">
                <a:latin typeface="Poppins"/>
              </a:rPr>
              <a:t>OCORRENCIA_PLACEHOLDER</a:t>
            </a:r>
          </a:p>
        </p:txBody>
      </p:sp>
    </p:spTree>
    <p:extLst>
      <p:ext uri="{BB962C8B-B14F-4D97-AF65-F5344CB8AC3E}">
        <p14:creationId xmlns:p14="http://schemas.microsoft.com/office/powerpoint/2010/main" val="416025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3064-8E4A-79A0-B330-3F9DB6DB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86933B-1A98-6385-A326-87A97038F74C}"/>
              </a:ext>
            </a:extLst>
          </p:cNvPr>
          <p:cNvSpPr/>
          <p:nvPr/>
        </p:nvSpPr>
        <p:spPr>
          <a:xfrm>
            <a:off x="4217568" y="4976971"/>
            <a:ext cx="15887065" cy="6331585"/>
          </a:xfrm>
          <a:custGeom>
            <a:avLst/>
            <a:gdLst/>
            <a:ahLst/>
            <a:cxnLst/>
            <a:rect l="l" t="t" r="r" b="b"/>
            <a:pathLst>
              <a:path w="15887065" h="6331584">
                <a:moveTo>
                  <a:pt x="15886519" y="0"/>
                </a:moveTo>
                <a:lnTo>
                  <a:pt x="9569958" y="6320676"/>
                </a:lnTo>
                <a:lnTo>
                  <a:pt x="3547414" y="4445000"/>
                </a:lnTo>
                <a:lnTo>
                  <a:pt x="3499612" y="4430712"/>
                </a:lnTo>
                <a:lnTo>
                  <a:pt x="3451644" y="4417542"/>
                </a:lnTo>
                <a:lnTo>
                  <a:pt x="3403549" y="4405490"/>
                </a:lnTo>
                <a:lnTo>
                  <a:pt x="3355327" y="4394568"/>
                </a:lnTo>
                <a:lnTo>
                  <a:pt x="3306991" y="4384751"/>
                </a:lnTo>
                <a:lnTo>
                  <a:pt x="3258578" y="4376039"/>
                </a:lnTo>
                <a:lnTo>
                  <a:pt x="3210090" y="4368444"/>
                </a:lnTo>
                <a:lnTo>
                  <a:pt x="3161550" y="4361942"/>
                </a:lnTo>
                <a:lnTo>
                  <a:pt x="3112973" y="4356532"/>
                </a:lnTo>
                <a:lnTo>
                  <a:pt x="3064319" y="4352214"/>
                </a:lnTo>
                <a:lnTo>
                  <a:pt x="3015780" y="4348988"/>
                </a:lnTo>
                <a:lnTo>
                  <a:pt x="2967202" y="4346841"/>
                </a:lnTo>
                <a:lnTo>
                  <a:pt x="2918650" y="4345775"/>
                </a:lnTo>
                <a:lnTo>
                  <a:pt x="2870162" y="4345787"/>
                </a:lnTo>
                <a:lnTo>
                  <a:pt x="2821736" y="4346867"/>
                </a:lnTo>
                <a:lnTo>
                  <a:pt x="2773400" y="4349013"/>
                </a:lnTo>
                <a:lnTo>
                  <a:pt x="2725128" y="4352214"/>
                </a:lnTo>
                <a:lnTo>
                  <a:pt x="2677058" y="4356481"/>
                </a:lnTo>
                <a:lnTo>
                  <a:pt x="2629090" y="4361789"/>
                </a:lnTo>
                <a:lnTo>
                  <a:pt x="2581275" y="4368152"/>
                </a:lnTo>
                <a:lnTo>
                  <a:pt x="2533624" y="4375556"/>
                </a:lnTo>
                <a:lnTo>
                  <a:pt x="2486177" y="4384002"/>
                </a:lnTo>
                <a:lnTo>
                  <a:pt x="2438933" y="4393489"/>
                </a:lnTo>
                <a:lnTo>
                  <a:pt x="2391930" y="4404004"/>
                </a:lnTo>
                <a:lnTo>
                  <a:pt x="2345156" y="4415548"/>
                </a:lnTo>
                <a:lnTo>
                  <a:pt x="2298649" y="4428109"/>
                </a:lnTo>
                <a:lnTo>
                  <a:pt x="2252421" y="4441685"/>
                </a:lnTo>
                <a:lnTo>
                  <a:pt x="2206485" y="4456277"/>
                </a:lnTo>
                <a:lnTo>
                  <a:pt x="2160867" y="4471886"/>
                </a:lnTo>
                <a:lnTo>
                  <a:pt x="2115578" y="4488497"/>
                </a:lnTo>
                <a:lnTo>
                  <a:pt x="2070646" y="4506099"/>
                </a:lnTo>
                <a:lnTo>
                  <a:pt x="2026069" y="4524718"/>
                </a:lnTo>
                <a:lnTo>
                  <a:pt x="1981885" y="4544314"/>
                </a:lnTo>
                <a:lnTo>
                  <a:pt x="1938096" y="4564900"/>
                </a:lnTo>
                <a:lnTo>
                  <a:pt x="1894725" y="4586465"/>
                </a:lnTo>
                <a:lnTo>
                  <a:pt x="1851799" y="4609020"/>
                </a:lnTo>
                <a:lnTo>
                  <a:pt x="1809330" y="4632553"/>
                </a:lnTo>
                <a:lnTo>
                  <a:pt x="1767319" y="4657039"/>
                </a:lnTo>
                <a:lnTo>
                  <a:pt x="1725803" y="4682502"/>
                </a:lnTo>
                <a:lnTo>
                  <a:pt x="1684794" y="4708931"/>
                </a:lnTo>
                <a:lnTo>
                  <a:pt x="1644307" y="4736312"/>
                </a:lnTo>
                <a:lnTo>
                  <a:pt x="1604365" y="4764646"/>
                </a:lnTo>
                <a:lnTo>
                  <a:pt x="1564982" y="4793932"/>
                </a:lnTo>
                <a:lnTo>
                  <a:pt x="1526171" y="4824171"/>
                </a:lnTo>
                <a:lnTo>
                  <a:pt x="1487957" y="4855337"/>
                </a:lnTo>
                <a:lnTo>
                  <a:pt x="1450352" y="4887442"/>
                </a:lnTo>
                <a:lnTo>
                  <a:pt x="1413383" y="4920488"/>
                </a:lnTo>
                <a:lnTo>
                  <a:pt x="1377048" y="4954448"/>
                </a:lnTo>
                <a:lnTo>
                  <a:pt x="1341386" y="4989334"/>
                </a:lnTo>
                <a:lnTo>
                  <a:pt x="0" y="6331585"/>
                </a:lnTo>
                <a:lnTo>
                  <a:pt x="9559049" y="6331585"/>
                </a:lnTo>
                <a:lnTo>
                  <a:pt x="15886519" y="6331585"/>
                </a:lnTo>
                <a:lnTo>
                  <a:pt x="15886519" y="0"/>
                </a:lnTo>
                <a:close/>
              </a:path>
            </a:pathLst>
          </a:custGeom>
          <a:solidFill>
            <a:srgbClr val="F1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8141DFC-3C21-1684-1828-CAFEE5A9D314}"/>
              </a:ext>
            </a:extLst>
          </p:cNvPr>
          <p:cNvSpPr/>
          <p:nvPr/>
        </p:nvSpPr>
        <p:spPr>
          <a:xfrm>
            <a:off x="1372895" y="972736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60" h="683260">
                <a:moveTo>
                  <a:pt x="667054" y="236321"/>
                </a:moveTo>
                <a:lnTo>
                  <a:pt x="649185" y="192138"/>
                </a:lnTo>
                <a:lnTo>
                  <a:pt x="625576" y="151257"/>
                </a:lnTo>
                <a:lnTo>
                  <a:pt x="596722" y="114173"/>
                </a:lnTo>
                <a:lnTo>
                  <a:pt x="563143" y="81407"/>
                </a:lnTo>
                <a:lnTo>
                  <a:pt x="525348" y="53454"/>
                </a:lnTo>
                <a:lnTo>
                  <a:pt x="483831" y="30835"/>
                </a:lnTo>
                <a:lnTo>
                  <a:pt x="439115" y="14046"/>
                </a:lnTo>
                <a:lnTo>
                  <a:pt x="391693" y="3594"/>
                </a:lnTo>
                <a:lnTo>
                  <a:pt x="342074" y="0"/>
                </a:lnTo>
                <a:lnTo>
                  <a:pt x="292455" y="3594"/>
                </a:lnTo>
                <a:lnTo>
                  <a:pt x="245033" y="14046"/>
                </a:lnTo>
                <a:lnTo>
                  <a:pt x="200317" y="30835"/>
                </a:lnTo>
                <a:lnTo>
                  <a:pt x="158800" y="53454"/>
                </a:lnTo>
                <a:lnTo>
                  <a:pt x="121005" y="81407"/>
                </a:lnTo>
                <a:lnTo>
                  <a:pt x="87426" y="114173"/>
                </a:lnTo>
                <a:lnTo>
                  <a:pt x="58585" y="151257"/>
                </a:lnTo>
                <a:lnTo>
                  <a:pt x="34975" y="192138"/>
                </a:lnTo>
                <a:lnTo>
                  <a:pt x="17094" y="236321"/>
                </a:lnTo>
                <a:lnTo>
                  <a:pt x="122999" y="236321"/>
                </a:lnTo>
                <a:lnTo>
                  <a:pt x="146189" y="197827"/>
                </a:lnTo>
                <a:lnTo>
                  <a:pt x="175856" y="164388"/>
                </a:lnTo>
                <a:lnTo>
                  <a:pt x="211150" y="136880"/>
                </a:lnTo>
                <a:lnTo>
                  <a:pt x="251193" y="116154"/>
                </a:lnTo>
                <a:lnTo>
                  <a:pt x="295122" y="103073"/>
                </a:lnTo>
                <a:lnTo>
                  <a:pt x="342074" y="98526"/>
                </a:lnTo>
                <a:lnTo>
                  <a:pt x="389026" y="103073"/>
                </a:lnTo>
                <a:lnTo>
                  <a:pt x="432955" y="116154"/>
                </a:lnTo>
                <a:lnTo>
                  <a:pt x="472998" y="136880"/>
                </a:lnTo>
                <a:lnTo>
                  <a:pt x="508292" y="164388"/>
                </a:lnTo>
                <a:lnTo>
                  <a:pt x="537959" y="197827"/>
                </a:lnTo>
                <a:lnTo>
                  <a:pt x="561149" y="236321"/>
                </a:lnTo>
                <a:lnTo>
                  <a:pt x="667054" y="236321"/>
                </a:lnTo>
                <a:close/>
              </a:path>
              <a:path w="683260" h="683260">
                <a:moveTo>
                  <a:pt x="683183" y="341591"/>
                </a:moveTo>
                <a:lnTo>
                  <a:pt x="584669" y="341591"/>
                </a:lnTo>
                <a:lnTo>
                  <a:pt x="569442" y="341591"/>
                </a:lnTo>
                <a:lnTo>
                  <a:pt x="569442" y="426262"/>
                </a:lnTo>
                <a:lnTo>
                  <a:pt x="567334" y="431596"/>
                </a:lnTo>
                <a:lnTo>
                  <a:pt x="569442" y="426262"/>
                </a:lnTo>
                <a:lnTo>
                  <a:pt x="569442" y="341591"/>
                </a:lnTo>
                <a:lnTo>
                  <a:pt x="342074" y="341591"/>
                </a:lnTo>
                <a:lnTo>
                  <a:pt x="296443" y="254635"/>
                </a:lnTo>
                <a:lnTo>
                  <a:pt x="291007" y="247027"/>
                </a:lnTo>
                <a:lnTo>
                  <a:pt x="283857" y="241261"/>
                </a:lnTo>
                <a:lnTo>
                  <a:pt x="275437" y="237604"/>
                </a:lnTo>
                <a:lnTo>
                  <a:pt x="266179" y="236321"/>
                </a:lnTo>
                <a:lnTo>
                  <a:pt x="123012" y="236321"/>
                </a:lnTo>
                <a:lnTo>
                  <a:pt x="112763" y="260921"/>
                </a:lnTo>
                <a:lnTo>
                  <a:pt x="105232" y="286778"/>
                </a:lnTo>
                <a:lnTo>
                  <a:pt x="100584" y="313728"/>
                </a:lnTo>
                <a:lnTo>
                  <a:pt x="98996" y="341591"/>
                </a:lnTo>
                <a:lnTo>
                  <a:pt x="341591" y="341591"/>
                </a:lnTo>
                <a:lnTo>
                  <a:pt x="387223" y="428561"/>
                </a:lnTo>
                <a:lnTo>
                  <a:pt x="392658" y="436168"/>
                </a:lnTo>
                <a:lnTo>
                  <a:pt x="399808" y="441934"/>
                </a:lnTo>
                <a:lnTo>
                  <a:pt x="408241" y="445592"/>
                </a:lnTo>
                <a:lnTo>
                  <a:pt x="417499" y="446874"/>
                </a:lnTo>
                <a:lnTo>
                  <a:pt x="559612" y="446874"/>
                </a:lnTo>
                <a:lnTo>
                  <a:pt x="543458" y="476846"/>
                </a:lnTo>
                <a:lnTo>
                  <a:pt x="513753" y="513016"/>
                </a:lnTo>
                <a:lnTo>
                  <a:pt x="477735" y="542874"/>
                </a:lnTo>
                <a:lnTo>
                  <a:pt x="436372" y="565442"/>
                </a:lnTo>
                <a:lnTo>
                  <a:pt x="390664" y="579704"/>
                </a:lnTo>
                <a:lnTo>
                  <a:pt x="341591" y="584682"/>
                </a:lnTo>
                <a:lnTo>
                  <a:pt x="292671" y="579729"/>
                </a:lnTo>
                <a:lnTo>
                  <a:pt x="247065" y="565543"/>
                </a:lnTo>
                <a:lnTo>
                  <a:pt x="205778" y="543102"/>
                </a:lnTo>
                <a:lnTo>
                  <a:pt x="169799" y="513397"/>
                </a:lnTo>
                <a:lnTo>
                  <a:pt x="140081" y="477405"/>
                </a:lnTo>
                <a:lnTo>
                  <a:pt x="117652" y="436118"/>
                </a:lnTo>
                <a:lnTo>
                  <a:pt x="103466" y="390525"/>
                </a:lnTo>
                <a:lnTo>
                  <a:pt x="98513" y="341591"/>
                </a:lnTo>
                <a:lnTo>
                  <a:pt x="0" y="341591"/>
                </a:lnTo>
                <a:lnTo>
                  <a:pt x="3124" y="387883"/>
                </a:lnTo>
                <a:lnTo>
                  <a:pt x="12217" y="432308"/>
                </a:lnTo>
                <a:lnTo>
                  <a:pt x="26885" y="474433"/>
                </a:lnTo>
                <a:lnTo>
                  <a:pt x="46697" y="513880"/>
                </a:lnTo>
                <a:lnTo>
                  <a:pt x="71259" y="550214"/>
                </a:lnTo>
                <a:lnTo>
                  <a:pt x="100164" y="583031"/>
                </a:lnTo>
                <a:lnTo>
                  <a:pt x="132981" y="611924"/>
                </a:lnTo>
                <a:lnTo>
                  <a:pt x="169316" y="636485"/>
                </a:lnTo>
                <a:lnTo>
                  <a:pt x="208762" y="656310"/>
                </a:lnTo>
                <a:lnTo>
                  <a:pt x="250888" y="670979"/>
                </a:lnTo>
                <a:lnTo>
                  <a:pt x="295313" y="680072"/>
                </a:lnTo>
                <a:lnTo>
                  <a:pt x="341591" y="683196"/>
                </a:lnTo>
                <a:lnTo>
                  <a:pt x="387883" y="680072"/>
                </a:lnTo>
                <a:lnTo>
                  <a:pt x="432295" y="670979"/>
                </a:lnTo>
                <a:lnTo>
                  <a:pt x="474433" y="656310"/>
                </a:lnTo>
                <a:lnTo>
                  <a:pt x="513867" y="636485"/>
                </a:lnTo>
                <a:lnTo>
                  <a:pt x="550202" y="611924"/>
                </a:lnTo>
                <a:lnTo>
                  <a:pt x="581152" y="584682"/>
                </a:lnTo>
                <a:lnTo>
                  <a:pt x="611924" y="550214"/>
                </a:lnTo>
                <a:lnTo>
                  <a:pt x="636485" y="513880"/>
                </a:lnTo>
                <a:lnTo>
                  <a:pt x="656297" y="474433"/>
                </a:lnTo>
                <a:lnTo>
                  <a:pt x="669899" y="435356"/>
                </a:lnTo>
                <a:lnTo>
                  <a:pt x="670966" y="432308"/>
                </a:lnTo>
                <a:lnTo>
                  <a:pt x="671106" y="431596"/>
                </a:lnTo>
                <a:lnTo>
                  <a:pt x="672757" y="423557"/>
                </a:lnTo>
                <a:lnTo>
                  <a:pt x="673709" y="418909"/>
                </a:lnTo>
                <a:lnTo>
                  <a:pt x="675246" y="411441"/>
                </a:lnTo>
                <a:lnTo>
                  <a:pt x="676262" y="406425"/>
                </a:lnTo>
                <a:lnTo>
                  <a:pt x="677786" y="399021"/>
                </a:lnTo>
                <a:lnTo>
                  <a:pt x="681062" y="373100"/>
                </a:lnTo>
                <a:lnTo>
                  <a:pt x="681405" y="368071"/>
                </a:lnTo>
                <a:lnTo>
                  <a:pt x="682002" y="359232"/>
                </a:lnTo>
                <a:lnTo>
                  <a:pt x="682294" y="354914"/>
                </a:lnTo>
                <a:lnTo>
                  <a:pt x="683183" y="341591"/>
                </a:lnTo>
                <a:close/>
              </a:path>
            </a:pathLst>
          </a:custGeom>
          <a:solidFill>
            <a:srgbClr val="AAD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7A6965-AEE6-F67A-7BD7-588ABE211E64}"/>
              </a:ext>
            </a:extLst>
          </p:cNvPr>
          <p:cNvSpPr txBox="1"/>
          <p:nvPr/>
        </p:nvSpPr>
        <p:spPr>
          <a:xfrm>
            <a:off x="2206434" y="2341055"/>
            <a:ext cx="15102998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720" marR="347980" algn="just">
              <a:spcBef>
                <a:spcPts val="600"/>
              </a:spcBef>
            </a:pPr>
            <a:r>
              <a:rPr sz="2000" b="0">
                <a:latin typeface="Poppins"/>
              </a:rPr>
              <a:t>EVIDENCIAS_PLACEHOLDER</a:t>
            </a:r>
          </a:p>
        </p:txBody>
      </p:sp>
      <p:pic>
        <p:nvPicPr>
          <p:cNvPr id="6" name="Imagem 5" descr="Uma imagem contendo cama&#10;&#10;O conteúdo gerado por IA pode estar incorreto.">
            <a:extLst>
              <a:ext uri="{FF2B5EF4-FFF2-40B4-BE49-F238E27FC236}">
                <a16:creationId xmlns:a16="http://schemas.microsoft.com/office/drawing/2014/main" id="{5A537C80-AD89-5B2B-D8E3-C06D1B6D9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9" t="26566" b="13290"/>
          <a:stretch>
            <a:fillRect/>
          </a:stretch>
        </p:blipFill>
        <p:spPr>
          <a:xfrm>
            <a:off x="2716823" y="4289026"/>
            <a:ext cx="3601784" cy="4320000"/>
          </a:xfrm>
          <a:prstGeom prst="rect">
            <a:avLst/>
          </a:prstGeom>
        </p:spPr>
      </p:pic>
      <p:pic>
        <p:nvPicPr>
          <p:cNvPr id="8" name="Imagem 7" descr="Uma imagem contendo mesa&#10;&#10;O conteúdo gerado por IA pode estar incorreto.">
            <a:extLst>
              <a:ext uri="{FF2B5EF4-FFF2-40B4-BE49-F238E27FC236}">
                <a16:creationId xmlns:a16="http://schemas.microsoft.com/office/drawing/2014/main" id="{DC11972A-0EE1-D959-46FE-25A037221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55" y="4289026"/>
            <a:ext cx="3240000" cy="4320000"/>
          </a:xfrm>
          <a:prstGeom prst="rect">
            <a:avLst/>
          </a:prstGeom>
        </p:spPr>
      </p:pic>
      <p:pic>
        <p:nvPicPr>
          <p:cNvPr id="10" name="Imagem 9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2753E40F-F26E-A3F0-CF35-28C50AE507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333" y="4289026"/>
            <a:ext cx="3240000" cy="4320000"/>
          </a:xfrm>
          <a:prstGeom prst="rect">
            <a:avLst/>
          </a:prstGeom>
        </p:spPr>
      </p:pic>
      <p:pic>
        <p:nvPicPr>
          <p:cNvPr id="12" name="Imagem 11" descr="Homem em pé em porta de vidro&#10;&#10;O conteúdo gerado por IA pode estar incorreto.">
            <a:extLst>
              <a:ext uri="{FF2B5EF4-FFF2-40B4-BE49-F238E27FC236}">
                <a16:creationId xmlns:a16="http://schemas.microsoft.com/office/drawing/2014/main" id="{F3B5C6F7-C5F5-9068-2730-2B00531384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1377" y="4289026"/>
            <a:ext cx="3240000" cy="4320000"/>
          </a:xfrm>
          <a:prstGeom prst="rect">
            <a:avLst/>
          </a:prstGeom>
        </p:spPr>
      </p:pic>
      <p:sp>
        <p:nvSpPr>
          <p:cNvPr id="4" name="object 21">
            <a:extLst>
              <a:ext uri="{FF2B5EF4-FFF2-40B4-BE49-F238E27FC236}">
                <a16:creationId xmlns:a16="http://schemas.microsoft.com/office/drawing/2014/main" id="{98D1EE67-5C02-F59A-D6EA-5A525C54BFDA}"/>
              </a:ext>
            </a:extLst>
          </p:cNvPr>
          <p:cNvSpPr txBox="1"/>
          <p:nvPr/>
        </p:nvSpPr>
        <p:spPr>
          <a:xfrm>
            <a:off x="2465515" y="873771"/>
            <a:ext cx="16730535" cy="87139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1300" spc="-10" dirty="0">
                <a:solidFill>
                  <a:srgbClr val="6B6B6B"/>
                </a:solidFill>
                <a:latin typeface="Poppins"/>
                <a:cs typeface="Poppins"/>
              </a:rPr>
              <a:t>Serviços</a:t>
            </a:r>
            <a:r>
              <a:rPr lang="pt-BR" sz="1300" spc="-10" dirty="0">
                <a:solidFill>
                  <a:srgbClr val="6B6B6B"/>
                </a:solidFill>
                <a:latin typeface="Poppins"/>
                <a:cs typeface="Poppins"/>
              </a:rPr>
              <a:t> Especializados Grid Co.</a:t>
            </a:r>
            <a:endParaRPr sz="1300" dirty="0">
              <a:latin typeface="Poppins"/>
              <a:cs typeface="Poppin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pt-BR" sz="3700" b="1" dirty="0">
                <a:solidFill>
                  <a:srgbClr val="1814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Relatório de Ocorrência – UFV {{USINA}}</a:t>
            </a:r>
          </a:p>
        </p:txBody>
      </p:sp>
    </p:spTree>
    <p:extLst>
      <p:ext uri="{BB962C8B-B14F-4D97-AF65-F5344CB8AC3E}">
        <p14:creationId xmlns:p14="http://schemas.microsoft.com/office/powerpoint/2010/main" val="240945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166C-3C42-FE6D-411C-A3CBDDCF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79D426A-71A9-AB7C-606A-EBDD71F22508}"/>
              </a:ext>
            </a:extLst>
          </p:cNvPr>
          <p:cNvSpPr/>
          <p:nvPr/>
        </p:nvSpPr>
        <p:spPr>
          <a:xfrm>
            <a:off x="4217568" y="4976971"/>
            <a:ext cx="15887065" cy="6331585"/>
          </a:xfrm>
          <a:custGeom>
            <a:avLst/>
            <a:gdLst/>
            <a:ahLst/>
            <a:cxnLst/>
            <a:rect l="l" t="t" r="r" b="b"/>
            <a:pathLst>
              <a:path w="15887065" h="6331584">
                <a:moveTo>
                  <a:pt x="15886519" y="0"/>
                </a:moveTo>
                <a:lnTo>
                  <a:pt x="9569958" y="6320676"/>
                </a:lnTo>
                <a:lnTo>
                  <a:pt x="3547414" y="4445000"/>
                </a:lnTo>
                <a:lnTo>
                  <a:pt x="3499612" y="4430712"/>
                </a:lnTo>
                <a:lnTo>
                  <a:pt x="3451644" y="4417542"/>
                </a:lnTo>
                <a:lnTo>
                  <a:pt x="3403549" y="4405490"/>
                </a:lnTo>
                <a:lnTo>
                  <a:pt x="3355327" y="4394568"/>
                </a:lnTo>
                <a:lnTo>
                  <a:pt x="3306991" y="4384751"/>
                </a:lnTo>
                <a:lnTo>
                  <a:pt x="3258578" y="4376039"/>
                </a:lnTo>
                <a:lnTo>
                  <a:pt x="3210090" y="4368444"/>
                </a:lnTo>
                <a:lnTo>
                  <a:pt x="3161550" y="4361942"/>
                </a:lnTo>
                <a:lnTo>
                  <a:pt x="3112973" y="4356532"/>
                </a:lnTo>
                <a:lnTo>
                  <a:pt x="3064319" y="4352214"/>
                </a:lnTo>
                <a:lnTo>
                  <a:pt x="3015780" y="4348988"/>
                </a:lnTo>
                <a:lnTo>
                  <a:pt x="2967202" y="4346841"/>
                </a:lnTo>
                <a:lnTo>
                  <a:pt x="2918650" y="4345775"/>
                </a:lnTo>
                <a:lnTo>
                  <a:pt x="2870162" y="4345787"/>
                </a:lnTo>
                <a:lnTo>
                  <a:pt x="2821736" y="4346867"/>
                </a:lnTo>
                <a:lnTo>
                  <a:pt x="2773400" y="4349013"/>
                </a:lnTo>
                <a:lnTo>
                  <a:pt x="2725128" y="4352214"/>
                </a:lnTo>
                <a:lnTo>
                  <a:pt x="2677058" y="4356481"/>
                </a:lnTo>
                <a:lnTo>
                  <a:pt x="2629090" y="4361789"/>
                </a:lnTo>
                <a:lnTo>
                  <a:pt x="2581275" y="4368152"/>
                </a:lnTo>
                <a:lnTo>
                  <a:pt x="2533624" y="4375556"/>
                </a:lnTo>
                <a:lnTo>
                  <a:pt x="2486177" y="4384002"/>
                </a:lnTo>
                <a:lnTo>
                  <a:pt x="2438933" y="4393489"/>
                </a:lnTo>
                <a:lnTo>
                  <a:pt x="2391930" y="4404004"/>
                </a:lnTo>
                <a:lnTo>
                  <a:pt x="2345156" y="4415548"/>
                </a:lnTo>
                <a:lnTo>
                  <a:pt x="2298649" y="4428109"/>
                </a:lnTo>
                <a:lnTo>
                  <a:pt x="2252421" y="4441685"/>
                </a:lnTo>
                <a:lnTo>
                  <a:pt x="2206485" y="4456277"/>
                </a:lnTo>
                <a:lnTo>
                  <a:pt x="2160867" y="4471886"/>
                </a:lnTo>
                <a:lnTo>
                  <a:pt x="2115578" y="4488497"/>
                </a:lnTo>
                <a:lnTo>
                  <a:pt x="2070646" y="4506099"/>
                </a:lnTo>
                <a:lnTo>
                  <a:pt x="2026069" y="4524718"/>
                </a:lnTo>
                <a:lnTo>
                  <a:pt x="1981885" y="4544314"/>
                </a:lnTo>
                <a:lnTo>
                  <a:pt x="1938096" y="4564900"/>
                </a:lnTo>
                <a:lnTo>
                  <a:pt x="1894725" y="4586465"/>
                </a:lnTo>
                <a:lnTo>
                  <a:pt x="1851799" y="4609020"/>
                </a:lnTo>
                <a:lnTo>
                  <a:pt x="1809330" y="4632553"/>
                </a:lnTo>
                <a:lnTo>
                  <a:pt x="1767319" y="4657039"/>
                </a:lnTo>
                <a:lnTo>
                  <a:pt x="1725803" y="4682502"/>
                </a:lnTo>
                <a:lnTo>
                  <a:pt x="1684794" y="4708931"/>
                </a:lnTo>
                <a:lnTo>
                  <a:pt x="1644307" y="4736312"/>
                </a:lnTo>
                <a:lnTo>
                  <a:pt x="1604365" y="4764646"/>
                </a:lnTo>
                <a:lnTo>
                  <a:pt x="1564982" y="4793932"/>
                </a:lnTo>
                <a:lnTo>
                  <a:pt x="1526171" y="4824171"/>
                </a:lnTo>
                <a:lnTo>
                  <a:pt x="1487957" y="4855337"/>
                </a:lnTo>
                <a:lnTo>
                  <a:pt x="1450352" y="4887442"/>
                </a:lnTo>
                <a:lnTo>
                  <a:pt x="1413383" y="4920488"/>
                </a:lnTo>
                <a:lnTo>
                  <a:pt x="1377048" y="4954448"/>
                </a:lnTo>
                <a:lnTo>
                  <a:pt x="1341386" y="4989334"/>
                </a:lnTo>
                <a:lnTo>
                  <a:pt x="0" y="6331585"/>
                </a:lnTo>
                <a:lnTo>
                  <a:pt x="9559049" y="6331585"/>
                </a:lnTo>
                <a:lnTo>
                  <a:pt x="15886519" y="6331585"/>
                </a:lnTo>
                <a:lnTo>
                  <a:pt x="15886519" y="0"/>
                </a:lnTo>
                <a:close/>
              </a:path>
            </a:pathLst>
          </a:custGeom>
          <a:solidFill>
            <a:srgbClr val="F1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70CD69D-718C-10E8-D2B0-E4447D818BE8}"/>
              </a:ext>
            </a:extLst>
          </p:cNvPr>
          <p:cNvSpPr/>
          <p:nvPr/>
        </p:nvSpPr>
        <p:spPr>
          <a:xfrm>
            <a:off x="1372895" y="972736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60" h="683260">
                <a:moveTo>
                  <a:pt x="667054" y="236321"/>
                </a:moveTo>
                <a:lnTo>
                  <a:pt x="649185" y="192138"/>
                </a:lnTo>
                <a:lnTo>
                  <a:pt x="625576" y="151257"/>
                </a:lnTo>
                <a:lnTo>
                  <a:pt x="596722" y="114173"/>
                </a:lnTo>
                <a:lnTo>
                  <a:pt x="563143" y="81407"/>
                </a:lnTo>
                <a:lnTo>
                  <a:pt x="525348" y="53454"/>
                </a:lnTo>
                <a:lnTo>
                  <a:pt x="483831" y="30835"/>
                </a:lnTo>
                <a:lnTo>
                  <a:pt x="439115" y="14046"/>
                </a:lnTo>
                <a:lnTo>
                  <a:pt x="391693" y="3594"/>
                </a:lnTo>
                <a:lnTo>
                  <a:pt x="342074" y="0"/>
                </a:lnTo>
                <a:lnTo>
                  <a:pt x="292455" y="3594"/>
                </a:lnTo>
                <a:lnTo>
                  <a:pt x="245033" y="14046"/>
                </a:lnTo>
                <a:lnTo>
                  <a:pt x="200317" y="30835"/>
                </a:lnTo>
                <a:lnTo>
                  <a:pt x="158800" y="53454"/>
                </a:lnTo>
                <a:lnTo>
                  <a:pt x="121005" y="81407"/>
                </a:lnTo>
                <a:lnTo>
                  <a:pt x="87426" y="114173"/>
                </a:lnTo>
                <a:lnTo>
                  <a:pt x="58585" y="151257"/>
                </a:lnTo>
                <a:lnTo>
                  <a:pt x="34975" y="192138"/>
                </a:lnTo>
                <a:lnTo>
                  <a:pt x="17094" y="236321"/>
                </a:lnTo>
                <a:lnTo>
                  <a:pt x="122999" y="236321"/>
                </a:lnTo>
                <a:lnTo>
                  <a:pt x="146189" y="197827"/>
                </a:lnTo>
                <a:lnTo>
                  <a:pt x="175856" y="164388"/>
                </a:lnTo>
                <a:lnTo>
                  <a:pt x="211150" y="136880"/>
                </a:lnTo>
                <a:lnTo>
                  <a:pt x="251193" y="116154"/>
                </a:lnTo>
                <a:lnTo>
                  <a:pt x="295122" y="103073"/>
                </a:lnTo>
                <a:lnTo>
                  <a:pt x="342074" y="98526"/>
                </a:lnTo>
                <a:lnTo>
                  <a:pt x="389026" y="103073"/>
                </a:lnTo>
                <a:lnTo>
                  <a:pt x="432955" y="116154"/>
                </a:lnTo>
                <a:lnTo>
                  <a:pt x="472998" y="136880"/>
                </a:lnTo>
                <a:lnTo>
                  <a:pt x="508292" y="164388"/>
                </a:lnTo>
                <a:lnTo>
                  <a:pt x="537959" y="197827"/>
                </a:lnTo>
                <a:lnTo>
                  <a:pt x="561149" y="236321"/>
                </a:lnTo>
                <a:lnTo>
                  <a:pt x="667054" y="236321"/>
                </a:lnTo>
                <a:close/>
              </a:path>
              <a:path w="683260" h="683260">
                <a:moveTo>
                  <a:pt x="683183" y="341591"/>
                </a:moveTo>
                <a:lnTo>
                  <a:pt x="584669" y="341591"/>
                </a:lnTo>
                <a:lnTo>
                  <a:pt x="569442" y="341591"/>
                </a:lnTo>
                <a:lnTo>
                  <a:pt x="569442" y="426262"/>
                </a:lnTo>
                <a:lnTo>
                  <a:pt x="567334" y="431596"/>
                </a:lnTo>
                <a:lnTo>
                  <a:pt x="569442" y="426262"/>
                </a:lnTo>
                <a:lnTo>
                  <a:pt x="569442" y="341591"/>
                </a:lnTo>
                <a:lnTo>
                  <a:pt x="342074" y="341591"/>
                </a:lnTo>
                <a:lnTo>
                  <a:pt x="296443" y="254635"/>
                </a:lnTo>
                <a:lnTo>
                  <a:pt x="291007" y="247027"/>
                </a:lnTo>
                <a:lnTo>
                  <a:pt x="283857" y="241261"/>
                </a:lnTo>
                <a:lnTo>
                  <a:pt x="275437" y="237604"/>
                </a:lnTo>
                <a:lnTo>
                  <a:pt x="266179" y="236321"/>
                </a:lnTo>
                <a:lnTo>
                  <a:pt x="123012" y="236321"/>
                </a:lnTo>
                <a:lnTo>
                  <a:pt x="112763" y="260921"/>
                </a:lnTo>
                <a:lnTo>
                  <a:pt x="105232" y="286778"/>
                </a:lnTo>
                <a:lnTo>
                  <a:pt x="100584" y="313728"/>
                </a:lnTo>
                <a:lnTo>
                  <a:pt x="98996" y="341591"/>
                </a:lnTo>
                <a:lnTo>
                  <a:pt x="341591" y="341591"/>
                </a:lnTo>
                <a:lnTo>
                  <a:pt x="387223" y="428561"/>
                </a:lnTo>
                <a:lnTo>
                  <a:pt x="392658" y="436168"/>
                </a:lnTo>
                <a:lnTo>
                  <a:pt x="399808" y="441934"/>
                </a:lnTo>
                <a:lnTo>
                  <a:pt x="408241" y="445592"/>
                </a:lnTo>
                <a:lnTo>
                  <a:pt x="417499" y="446874"/>
                </a:lnTo>
                <a:lnTo>
                  <a:pt x="559612" y="446874"/>
                </a:lnTo>
                <a:lnTo>
                  <a:pt x="543458" y="476846"/>
                </a:lnTo>
                <a:lnTo>
                  <a:pt x="513753" y="513016"/>
                </a:lnTo>
                <a:lnTo>
                  <a:pt x="477735" y="542874"/>
                </a:lnTo>
                <a:lnTo>
                  <a:pt x="436372" y="565442"/>
                </a:lnTo>
                <a:lnTo>
                  <a:pt x="390664" y="579704"/>
                </a:lnTo>
                <a:lnTo>
                  <a:pt x="341591" y="584682"/>
                </a:lnTo>
                <a:lnTo>
                  <a:pt x="292671" y="579729"/>
                </a:lnTo>
                <a:lnTo>
                  <a:pt x="247065" y="565543"/>
                </a:lnTo>
                <a:lnTo>
                  <a:pt x="205778" y="543102"/>
                </a:lnTo>
                <a:lnTo>
                  <a:pt x="169799" y="513397"/>
                </a:lnTo>
                <a:lnTo>
                  <a:pt x="140081" y="477405"/>
                </a:lnTo>
                <a:lnTo>
                  <a:pt x="117652" y="436118"/>
                </a:lnTo>
                <a:lnTo>
                  <a:pt x="103466" y="390525"/>
                </a:lnTo>
                <a:lnTo>
                  <a:pt x="98513" y="341591"/>
                </a:lnTo>
                <a:lnTo>
                  <a:pt x="0" y="341591"/>
                </a:lnTo>
                <a:lnTo>
                  <a:pt x="3124" y="387883"/>
                </a:lnTo>
                <a:lnTo>
                  <a:pt x="12217" y="432308"/>
                </a:lnTo>
                <a:lnTo>
                  <a:pt x="26885" y="474433"/>
                </a:lnTo>
                <a:lnTo>
                  <a:pt x="46697" y="513880"/>
                </a:lnTo>
                <a:lnTo>
                  <a:pt x="71259" y="550214"/>
                </a:lnTo>
                <a:lnTo>
                  <a:pt x="100164" y="583031"/>
                </a:lnTo>
                <a:lnTo>
                  <a:pt x="132981" y="611924"/>
                </a:lnTo>
                <a:lnTo>
                  <a:pt x="169316" y="636485"/>
                </a:lnTo>
                <a:lnTo>
                  <a:pt x="208762" y="656310"/>
                </a:lnTo>
                <a:lnTo>
                  <a:pt x="250888" y="670979"/>
                </a:lnTo>
                <a:lnTo>
                  <a:pt x="295313" y="680072"/>
                </a:lnTo>
                <a:lnTo>
                  <a:pt x="341591" y="683196"/>
                </a:lnTo>
                <a:lnTo>
                  <a:pt x="387883" y="680072"/>
                </a:lnTo>
                <a:lnTo>
                  <a:pt x="432295" y="670979"/>
                </a:lnTo>
                <a:lnTo>
                  <a:pt x="474433" y="656310"/>
                </a:lnTo>
                <a:lnTo>
                  <a:pt x="513867" y="636485"/>
                </a:lnTo>
                <a:lnTo>
                  <a:pt x="550202" y="611924"/>
                </a:lnTo>
                <a:lnTo>
                  <a:pt x="581152" y="584682"/>
                </a:lnTo>
                <a:lnTo>
                  <a:pt x="611924" y="550214"/>
                </a:lnTo>
                <a:lnTo>
                  <a:pt x="636485" y="513880"/>
                </a:lnTo>
                <a:lnTo>
                  <a:pt x="656297" y="474433"/>
                </a:lnTo>
                <a:lnTo>
                  <a:pt x="669899" y="435356"/>
                </a:lnTo>
                <a:lnTo>
                  <a:pt x="670966" y="432308"/>
                </a:lnTo>
                <a:lnTo>
                  <a:pt x="671106" y="431596"/>
                </a:lnTo>
                <a:lnTo>
                  <a:pt x="672757" y="423557"/>
                </a:lnTo>
                <a:lnTo>
                  <a:pt x="673709" y="418909"/>
                </a:lnTo>
                <a:lnTo>
                  <a:pt x="675246" y="411441"/>
                </a:lnTo>
                <a:lnTo>
                  <a:pt x="676262" y="406425"/>
                </a:lnTo>
                <a:lnTo>
                  <a:pt x="677786" y="399021"/>
                </a:lnTo>
                <a:lnTo>
                  <a:pt x="681062" y="373100"/>
                </a:lnTo>
                <a:lnTo>
                  <a:pt x="681405" y="368071"/>
                </a:lnTo>
                <a:lnTo>
                  <a:pt x="682002" y="359232"/>
                </a:lnTo>
                <a:lnTo>
                  <a:pt x="682294" y="354914"/>
                </a:lnTo>
                <a:lnTo>
                  <a:pt x="683183" y="341591"/>
                </a:lnTo>
                <a:close/>
              </a:path>
            </a:pathLst>
          </a:custGeom>
          <a:solidFill>
            <a:srgbClr val="AAD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4C5825-D4FE-FE54-7997-C89756B8EAA6}"/>
              </a:ext>
            </a:extLst>
          </p:cNvPr>
          <p:cNvSpPr txBox="1"/>
          <p:nvPr/>
        </p:nvSpPr>
        <p:spPr>
          <a:xfrm>
            <a:off x="2206434" y="2341055"/>
            <a:ext cx="15102998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720" marR="347980" algn="just">
              <a:spcBef>
                <a:spcPts val="600"/>
              </a:spcBef>
            </a:pPr>
            <a:r>
              <a:rPr sz="2000" b="0">
                <a:latin typeface="Poppins"/>
              </a:rPr>
              <a:t>ACOES_PLACEHOLDER</a:t>
            </a:r>
          </a:p>
        </p:txBody>
      </p:sp>
      <p:sp>
        <p:nvSpPr>
          <p:cNvPr id="4" name="object 21">
            <a:extLst>
              <a:ext uri="{FF2B5EF4-FFF2-40B4-BE49-F238E27FC236}">
                <a16:creationId xmlns:a16="http://schemas.microsoft.com/office/drawing/2014/main" id="{DA4C2153-2E22-6362-201D-DB4AC69C2128}"/>
              </a:ext>
            </a:extLst>
          </p:cNvPr>
          <p:cNvSpPr txBox="1"/>
          <p:nvPr/>
        </p:nvSpPr>
        <p:spPr>
          <a:xfrm>
            <a:off x="2465515" y="873771"/>
            <a:ext cx="16730535" cy="87139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1300" spc="-10" dirty="0">
                <a:solidFill>
                  <a:srgbClr val="6B6B6B"/>
                </a:solidFill>
                <a:latin typeface="Poppins"/>
                <a:cs typeface="Poppins"/>
              </a:rPr>
              <a:t>Serviços</a:t>
            </a:r>
            <a:r>
              <a:rPr lang="pt-BR" sz="1300" spc="-10" dirty="0">
                <a:solidFill>
                  <a:srgbClr val="6B6B6B"/>
                </a:solidFill>
                <a:latin typeface="Poppins"/>
                <a:cs typeface="Poppins"/>
              </a:rPr>
              <a:t> Especializados Grid Co.</a:t>
            </a:r>
            <a:endParaRPr sz="1300" dirty="0">
              <a:latin typeface="Poppins"/>
              <a:cs typeface="Poppin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pt-BR" sz="3700" b="1" dirty="0">
                <a:solidFill>
                  <a:srgbClr val="1814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Relatório de Ocorrência – UFV {{USINA}}</a:t>
            </a:r>
          </a:p>
        </p:txBody>
      </p:sp>
    </p:spTree>
    <p:extLst>
      <p:ext uri="{BB962C8B-B14F-4D97-AF65-F5344CB8AC3E}">
        <p14:creationId xmlns:p14="http://schemas.microsoft.com/office/powerpoint/2010/main" val="145631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007A-24A4-BCFE-719A-25CD4768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0DA2F16-1673-A06F-DC6F-5D20817FEC44}"/>
              </a:ext>
            </a:extLst>
          </p:cNvPr>
          <p:cNvSpPr/>
          <p:nvPr/>
        </p:nvSpPr>
        <p:spPr>
          <a:xfrm>
            <a:off x="4217568" y="4976971"/>
            <a:ext cx="15887065" cy="6331585"/>
          </a:xfrm>
          <a:custGeom>
            <a:avLst/>
            <a:gdLst/>
            <a:ahLst/>
            <a:cxnLst/>
            <a:rect l="l" t="t" r="r" b="b"/>
            <a:pathLst>
              <a:path w="15887065" h="6331584">
                <a:moveTo>
                  <a:pt x="15886519" y="0"/>
                </a:moveTo>
                <a:lnTo>
                  <a:pt x="9569958" y="6320676"/>
                </a:lnTo>
                <a:lnTo>
                  <a:pt x="3547414" y="4445000"/>
                </a:lnTo>
                <a:lnTo>
                  <a:pt x="3499612" y="4430712"/>
                </a:lnTo>
                <a:lnTo>
                  <a:pt x="3451644" y="4417542"/>
                </a:lnTo>
                <a:lnTo>
                  <a:pt x="3403549" y="4405490"/>
                </a:lnTo>
                <a:lnTo>
                  <a:pt x="3355327" y="4394568"/>
                </a:lnTo>
                <a:lnTo>
                  <a:pt x="3306991" y="4384751"/>
                </a:lnTo>
                <a:lnTo>
                  <a:pt x="3258578" y="4376039"/>
                </a:lnTo>
                <a:lnTo>
                  <a:pt x="3210090" y="4368444"/>
                </a:lnTo>
                <a:lnTo>
                  <a:pt x="3161550" y="4361942"/>
                </a:lnTo>
                <a:lnTo>
                  <a:pt x="3112973" y="4356532"/>
                </a:lnTo>
                <a:lnTo>
                  <a:pt x="3064319" y="4352214"/>
                </a:lnTo>
                <a:lnTo>
                  <a:pt x="3015780" y="4348988"/>
                </a:lnTo>
                <a:lnTo>
                  <a:pt x="2967202" y="4346841"/>
                </a:lnTo>
                <a:lnTo>
                  <a:pt x="2918650" y="4345775"/>
                </a:lnTo>
                <a:lnTo>
                  <a:pt x="2870162" y="4345787"/>
                </a:lnTo>
                <a:lnTo>
                  <a:pt x="2821736" y="4346867"/>
                </a:lnTo>
                <a:lnTo>
                  <a:pt x="2773400" y="4349013"/>
                </a:lnTo>
                <a:lnTo>
                  <a:pt x="2725128" y="4352214"/>
                </a:lnTo>
                <a:lnTo>
                  <a:pt x="2677058" y="4356481"/>
                </a:lnTo>
                <a:lnTo>
                  <a:pt x="2629090" y="4361789"/>
                </a:lnTo>
                <a:lnTo>
                  <a:pt x="2581275" y="4368152"/>
                </a:lnTo>
                <a:lnTo>
                  <a:pt x="2533624" y="4375556"/>
                </a:lnTo>
                <a:lnTo>
                  <a:pt x="2486177" y="4384002"/>
                </a:lnTo>
                <a:lnTo>
                  <a:pt x="2438933" y="4393489"/>
                </a:lnTo>
                <a:lnTo>
                  <a:pt x="2391930" y="4404004"/>
                </a:lnTo>
                <a:lnTo>
                  <a:pt x="2345156" y="4415548"/>
                </a:lnTo>
                <a:lnTo>
                  <a:pt x="2298649" y="4428109"/>
                </a:lnTo>
                <a:lnTo>
                  <a:pt x="2252421" y="4441685"/>
                </a:lnTo>
                <a:lnTo>
                  <a:pt x="2206485" y="4456277"/>
                </a:lnTo>
                <a:lnTo>
                  <a:pt x="2160867" y="4471886"/>
                </a:lnTo>
                <a:lnTo>
                  <a:pt x="2115578" y="4488497"/>
                </a:lnTo>
                <a:lnTo>
                  <a:pt x="2070646" y="4506099"/>
                </a:lnTo>
                <a:lnTo>
                  <a:pt x="2026069" y="4524718"/>
                </a:lnTo>
                <a:lnTo>
                  <a:pt x="1981885" y="4544314"/>
                </a:lnTo>
                <a:lnTo>
                  <a:pt x="1938096" y="4564900"/>
                </a:lnTo>
                <a:lnTo>
                  <a:pt x="1894725" y="4586465"/>
                </a:lnTo>
                <a:lnTo>
                  <a:pt x="1851799" y="4609020"/>
                </a:lnTo>
                <a:lnTo>
                  <a:pt x="1809330" y="4632553"/>
                </a:lnTo>
                <a:lnTo>
                  <a:pt x="1767319" y="4657039"/>
                </a:lnTo>
                <a:lnTo>
                  <a:pt x="1725803" y="4682502"/>
                </a:lnTo>
                <a:lnTo>
                  <a:pt x="1684794" y="4708931"/>
                </a:lnTo>
                <a:lnTo>
                  <a:pt x="1644307" y="4736312"/>
                </a:lnTo>
                <a:lnTo>
                  <a:pt x="1604365" y="4764646"/>
                </a:lnTo>
                <a:lnTo>
                  <a:pt x="1564982" y="4793932"/>
                </a:lnTo>
                <a:lnTo>
                  <a:pt x="1526171" y="4824171"/>
                </a:lnTo>
                <a:lnTo>
                  <a:pt x="1487957" y="4855337"/>
                </a:lnTo>
                <a:lnTo>
                  <a:pt x="1450352" y="4887442"/>
                </a:lnTo>
                <a:lnTo>
                  <a:pt x="1413383" y="4920488"/>
                </a:lnTo>
                <a:lnTo>
                  <a:pt x="1377048" y="4954448"/>
                </a:lnTo>
                <a:lnTo>
                  <a:pt x="1341386" y="4989334"/>
                </a:lnTo>
                <a:lnTo>
                  <a:pt x="0" y="6331585"/>
                </a:lnTo>
                <a:lnTo>
                  <a:pt x="9559049" y="6331585"/>
                </a:lnTo>
                <a:lnTo>
                  <a:pt x="15886519" y="6331585"/>
                </a:lnTo>
                <a:lnTo>
                  <a:pt x="15886519" y="0"/>
                </a:lnTo>
                <a:close/>
              </a:path>
            </a:pathLst>
          </a:custGeom>
          <a:solidFill>
            <a:srgbClr val="F1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587074B-E2DF-B714-0AEF-D2BFF8B74CCA}"/>
              </a:ext>
            </a:extLst>
          </p:cNvPr>
          <p:cNvSpPr/>
          <p:nvPr/>
        </p:nvSpPr>
        <p:spPr>
          <a:xfrm>
            <a:off x="1372895" y="972736"/>
            <a:ext cx="683260" cy="683260"/>
          </a:xfrm>
          <a:custGeom>
            <a:avLst/>
            <a:gdLst/>
            <a:ahLst/>
            <a:cxnLst/>
            <a:rect l="l" t="t" r="r" b="b"/>
            <a:pathLst>
              <a:path w="683260" h="683260">
                <a:moveTo>
                  <a:pt x="667054" y="236321"/>
                </a:moveTo>
                <a:lnTo>
                  <a:pt x="649185" y="192138"/>
                </a:lnTo>
                <a:lnTo>
                  <a:pt x="625576" y="151257"/>
                </a:lnTo>
                <a:lnTo>
                  <a:pt x="596722" y="114173"/>
                </a:lnTo>
                <a:lnTo>
                  <a:pt x="563143" y="81407"/>
                </a:lnTo>
                <a:lnTo>
                  <a:pt x="525348" y="53454"/>
                </a:lnTo>
                <a:lnTo>
                  <a:pt x="483831" y="30835"/>
                </a:lnTo>
                <a:lnTo>
                  <a:pt x="439115" y="14046"/>
                </a:lnTo>
                <a:lnTo>
                  <a:pt x="391693" y="3594"/>
                </a:lnTo>
                <a:lnTo>
                  <a:pt x="342074" y="0"/>
                </a:lnTo>
                <a:lnTo>
                  <a:pt x="292455" y="3594"/>
                </a:lnTo>
                <a:lnTo>
                  <a:pt x="245033" y="14046"/>
                </a:lnTo>
                <a:lnTo>
                  <a:pt x="200317" y="30835"/>
                </a:lnTo>
                <a:lnTo>
                  <a:pt x="158800" y="53454"/>
                </a:lnTo>
                <a:lnTo>
                  <a:pt x="121005" y="81407"/>
                </a:lnTo>
                <a:lnTo>
                  <a:pt x="87426" y="114173"/>
                </a:lnTo>
                <a:lnTo>
                  <a:pt x="58585" y="151257"/>
                </a:lnTo>
                <a:lnTo>
                  <a:pt x="34975" y="192138"/>
                </a:lnTo>
                <a:lnTo>
                  <a:pt x="17094" y="236321"/>
                </a:lnTo>
                <a:lnTo>
                  <a:pt x="122999" y="236321"/>
                </a:lnTo>
                <a:lnTo>
                  <a:pt x="146189" y="197827"/>
                </a:lnTo>
                <a:lnTo>
                  <a:pt x="175856" y="164388"/>
                </a:lnTo>
                <a:lnTo>
                  <a:pt x="211150" y="136880"/>
                </a:lnTo>
                <a:lnTo>
                  <a:pt x="251193" y="116154"/>
                </a:lnTo>
                <a:lnTo>
                  <a:pt x="295122" y="103073"/>
                </a:lnTo>
                <a:lnTo>
                  <a:pt x="342074" y="98526"/>
                </a:lnTo>
                <a:lnTo>
                  <a:pt x="389026" y="103073"/>
                </a:lnTo>
                <a:lnTo>
                  <a:pt x="432955" y="116154"/>
                </a:lnTo>
                <a:lnTo>
                  <a:pt x="472998" y="136880"/>
                </a:lnTo>
                <a:lnTo>
                  <a:pt x="508292" y="164388"/>
                </a:lnTo>
                <a:lnTo>
                  <a:pt x="537959" y="197827"/>
                </a:lnTo>
                <a:lnTo>
                  <a:pt x="561149" y="236321"/>
                </a:lnTo>
                <a:lnTo>
                  <a:pt x="667054" y="236321"/>
                </a:lnTo>
                <a:close/>
              </a:path>
              <a:path w="683260" h="683260">
                <a:moveTo>
                  <a:pt x="683183" y="341591"/>
                </a:moveTo>
                <a:lnTo>
                  <a:pt x="584669" y="341591"/>
                </a:lnTo>
                <a:lnTo>
                  <a:pt x="569442" y="341591"/>
                </a:lnTo>
                <a:lnTo>
                  <a:pt x="569442" y="426262"/>
                </a:lnTo>
                <a:lnTo>
                  <a:pt x="567334" y="431596"/>
                </a:lnTo>
                <a:lnTo>
                  <a:pt x="569442" y="426262"/>
                </a:lnTo>
                <a:lnTo>
                  <a:pt x="569442" y="341591"/>
                </a:lnTo>
                <a:lnTo>
                  <a:pt x="342074" y="341591"/>
                </a:lnTo>
                <a:lnTo>
                  <a:pt x="296443" y="254635"/>
                </a:lnTo>
                <a:lnTo>
                  <a:pt x="291007" y="247027"/>
                </a:lnTo>
                <a:lnTo>
                  <a:pt x="283857" y="241261"/>
                </a:lnTo>
                <a:lnTo>
                  <a:pt x="275437" y="237604"/>
                </a:lnTo>
                <a:lnTo>
                  <a:pt x="266179" y="236321"/>
                </a:lnTo>
                <a:lnTo>
                  <a:pt x="123012" y="236321"/>
                </a:lnTo>
                <a:lnTo>
                  <a:pt x="112763" y="260921"/>
                </a:lnTo>
                <a:lnTo>
                  <a:pt x="105232" y="286778"/>
                </a:lnTo>
                <a:lnTo>
                  <a:pt x="100584" y="313728"/>
                </a:lnTo>
                <a:lnTo>
                  <a:pt x="98996" y="341591"/>
                </a:lnTo>
                <a:lnTo>
                  <a:pt x="341591" y="341591"/>
                </a:lnTo>
                <a:lnTo>
                  <a:pt x="387223" y="428561"/>
                </a:lnTo>
                <a:lnTo>
                  <a:pt x="392658" y="436168"/>
                </a:lnTo>
                <a:lnTo>
                  <a:pt x="399808" y="441934"/>
                </a:lnTo>
                <a:lnTo>
                  <a:pt x="408241" y="445592"/>
                </a:lnTo>
                <a:lnTo>
                  <a:pt x="417499" y="446874"/>
                </a:lnTo>
                <a:lnTo>
                  <a:pt x="559612" y="446874"/>
                </a:lnTo>
                <a:lnTo>
                  <a:pt x="543458" y="476846"/>
                </a:lnTo>
                <a:lnTo>
                  <a:pt x="513753" y="513016"/>
                </a:lnTo>
                <a:lnTo>
                  <a:pt x="477735" y="542874"/>
                </a:lnTo>
                <a:lnTo>
                  <a:pt x="436372" y="565442"/>
                </a:lnTo>
                <a:lnTo>
                  <a:pt x="390664" y="579704"/>
                </a:lnTo>
                <a:lnTo>
                  <a:pt x="341591" y="584682"/>
                </a:lnTo>
                <a:lnTo>
                  <a:pt x="292671" y="579729"/>
                </a:lnTo>
                <a:lnTo>
                  <a:pt x="247065" y="565543"/>
                </a:lnTo>
                <a:lnTo>
                  <a:pt x="205778" y="543102"/>
                </a:lnTo>
                <a:lnTo>
                  <a:pt x="169799" y="513397"/>
                </a:lnTo>
                <a:lnTo>
                  <a:pt x="140081" y="477405"/>
                </a:lnTo>
                <a:lnTo>
                  <a:pt x="117652" y="436118"/>
                </a:lnTo>
                <a:lnTo>
                  <a:pt x="103466" y="390525"/>
                </a:lnTo>
                <a:lnTo>
                  <a:pt x="98513" y="341591"/>
                </a:lnTo>
                <a:lnTo>
                  <a:pt x="0" y="341591"/>
                </a:lnTo>
                <a:lnTo>
                  <a:pt x="3124" y="387883"/>
                </a:lnTo>
                <a:lnTo>
                  <a:pt x="12217" y="432308"/>
                </a:lnTo>
                <a:lnTo>
                  <a:pt x="26885" y="474433"/>
                </a:lnTo>
                <a:lnTo>
                  <a:pt x="46697" y="513880"/>
                </a:lnTo>
                <a:lnTo>
                  <a:pt x="71259" y="550214"/>
                </a:lnTo>
                <a:lnTo>
                  <a:pt x="100164" y="583031"/>
                </a:lnTo>
                <a:lnTo>
                  <a:pt x="132981" y="611924"/>
                </a:lnTo>
                <a:lnTo>
                  <a:pt x="169316" y="636485"/>
                </a:lnTo>
                <a:lnTo>
                  <a:pt x="208762" y="656310"/>
                </a:lnTo>
                <a:lnTo>
                  <a:pt x="250888" y="670979"/>
                </a:lnTo>
                <a:lnTo>
                  <a:pt x="295313" y="680072"/>
                </a:lnTo>
                <a:lnTo>
                  <a:pt x="341591" y="683196"/>
                </a:lnTo>
                <a:lnTo>
                  <a:pt x="387883" y="680072"/>
                </a:lnTo>
                <a:lnTo>
                  <a:pt x="432295" y="670979"/>
                </a:lnTo>
                <a:lnTo>
                  <a:pt x="474433" y="656310"/>
                </a:lnTo>
                <a:lnTo>
                  <a:pt x="513867" y="636485"/>
                </a:lnTo>
                <a:lnTo>
                  <a:pt x="550202" y="611924"/>
                </a:lnTo>
                <a:lnTo>
                  <a:pt x="581152" y="584682"/>
                </a:lnTo>
                <a:lnTo>
                  <a:pt x="611924" y="550214"/>
                </a:lnTo>
                <a:lnTo>
                  <a:pt x="636485" y="513880"/>
                </a:lnTo>
                <a:lnTo>
                  <a:pt x="656297" y="474433"/>
                </a:lnTo>
                <a:lnTo>
                  <a:pt x="669899" y="435356"/>
                </a:lnTo>
                <a:lnTo>
                  <a:pt x="670966" y="432308"/>
                </a:lnTo>
                <a:lnTo>
                  <a:pt x="671106" y="431596"/>
                </a:lnTo>
                <a:lnTo>
                  <a:pt x="672757" y="423557"/>
                </a:lnTo>
                <a:lnTo>
                  <a:pt x="673709" y="418909"/>
                </a:lnTo>
                <a:lnTo>
                  <a:pt x="675246" y="411441"/>
                </a:lnTo>
                <a:lnTo>
                  <a:pt x="676262" y="406425"/>
                </a:lnTo>
                <a:lnTo>
                  <a:pt x="677786" y="399021"/>
                </a:lnTo>
                <a:lnTo>
                  <a:pt x="681062" y="373100"/>
                </a:lnTo>
                <a:lnTo>
                  <a:pt x="681405" y="368071"/>
                </a:lnTo>
                <a:lnTo>
                  <a:pt x="682002" y="359232"/>
                </a:lnTo>
                <a:lnTo>
                  <a:pt x="682294" y="354914"/>
                </a:lnTo>
                <a:lnTo>
                  <a:pt x="683183" y="341591"/>
                </a:lnTo>
                <a:close/>
              </a:path>
            </a:pathLst>
          </a:custGeom>
          <a:solidFill>
            <a:srgbClr val="AADC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29F944-A4BF-E294-3E78-907DCFEFE43A}"/>
              </a:ext>
            </a:extLst>
          </p:cNvPr>
          <p:cNvSpPr txBox="1"/>
          <p:nvPr/>
        </p:nvSpPr>
        <p:spPr>
          <a:xfrm>
            <a:off x="2222476" y="2342827"/>
            <a:ext cx="15102998" cy="855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720" marR="347980" algn="l">
              <a:spcBef>
                <a:spcPts val="600"/>
              </a:spcBef>
            </a:pPr>
            <a:r>
              <a:rPr sz="2000" b="0">
                <a:latin typeface="Poppins"/>
              </a:rPr>
              <a:t>CONCLUSAO_PLACEHOLDER</a:t>
            </a:r>
            <a:endParaRPr lang="pt-BR" sz="20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2A4C0C36-B014-6E7E-C285-CF7DC4059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264" y="7784591"/>
            <a:ext cx="4192513" cy="1181932"/>
          </a:xfrm>
          <a:prstGeom prst="rect">
            <a:avLst/>
          </a:prstGeom>
        </p:spPr>
      </p:pic>
      <p:sp>
        <p:nvSpPr>
          <p:cNvPr id="8" name="object 21">
            <a:extLst>
              <a:ext uri="{FF2B5EF4-FFF2-40B4-BE49-F238E27FC236}">
                <a16:creationId xmlns:a16="http://schemas.microsoft.com/office/drawing/2014/main" id="{678CE903-025B-907B-F9BF-C408695B4F4C}"/>
              </a:ext>
            </a:extLst>
          </p:cNvPr>
          <p:cNvSpPr txBox="1"/>
          <p:nvPr/>
        </p:nvSpPr>
        <p:spPr>
          <a:xfrm>
            <a:off x="2465515" y="873771"/>
            <a:ext cx="16730535" cy="87139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1300" spc="-10" dirty="0">
                <a:solidFill>
                  <a:srgbClr val="6B6B6B"/>
                </a:solidFill>
                <a:latin typeface="Poppins"/>
                <a:cs typeface="Poppins"/>
              </a:rPr>
              <a:t>Serviços</a:t>
            </a:r>
            <a:r>
              <a:rPr lang="pt-BR" sz="1300" spc="-10" dirty="0">
                <a:solidFill>
                  <a:srgbClr val="6B6B6B"/>
                </a:solidFill>
                <a:latin typeface="Poppins"/>
                <a:cs typeface="Poppins"/>
              </a:rPr>
              <a:t> Especializados Grid Co.</a:t>
            </a:r>
            <a:endParaRPr sz="1300" dirty="0">
              <a:latin typeface="Poppins"/>
              <a:cs typeface="Poppin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pt-BR" sz="3700" b="1" dirty="0">
                <a:solidFill>
                  <a:srgbClr val="1814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Relatório de Ocorrência – UFV {{USINA}}</a:t>
            </a:r>
          </a:p>
        </p:txBody>
      </p:sp>
    </p:spTree>
    <p:extLst>
      <p:ext uri="{BB962C8B-B14F-4D97-AF65-F5344CB8AC3E}">
        <p14:creationId xmlns:p14="http://schemas.microsoft.com/office/powerpoint/2010/main" val="317224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052050" y="0"/>
            <a:ext cx="10052050" cy="5836920"/>
          </a:xfrm>
          <a:custGeom>
            <a:avLst/>
            <a:gdLst/>
            <a:ahLst/>
            <a:cxnLst/>
            <a:rect l="l" t="t" r="r" b="b"/>
            <a:pathLst>
              <a:path w="10052050" h="5836920">
                <a:moveTo>
                  <a:pt x="0" y="5836670"/>
                </a:moveTo>
                <a:lnTo>
                  <a:pt x="10052039" y="5836670"/>
                </a:lnTo>
                <a:lnTo>
                  <a:pt x="10052039" y="0"/>
                </a:lnTo>
                <a:lnTo>
                  <a:pt x="0" y="0"/>
                </a:lnTo>
                <a:lnTo>
                  <a:pt x="0" y="5836670"/>
                </a:lnTo>
                <a:close/>
              </a:path>
            </a:pathLst>
          </a:custGeom>
          <a:solidFill>
            <a:srgbClr val="181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52050" y="5836670"/>
            <a:ext cx="10052050" cy="5472430"/>
          </a:xfrm>
          <a:custGeom>
            <a:avLst/>
            <a:gdLst/>
            <a:ahLst/>
            <a:cxnLst/>
            <a:rect l="l" t="t" r="r" b="b"/>
            <a:pathLst>
              <a:path w="10052050" h="5472430">
                <a:moveTo>
                  <a:pt x="10052039" y="0"/>
                </a:moveTo>
                <a:lnTo>
                  <a:pt x="0" y="0"/>
                </a:lnTo>
                <a:lnTo>
                  <a:pt x="0" y="5471885"/>
                </a:lnTo>
                <a:lnTo>
                  <a:pt x="10052039" y="5471885"/>
                </a:lnTo>
                <a:lnTo>
                  <a:pt x="10052039" y="0"/>
                </a:lnTo>
                <a:close/>
              </a:path>
            </a:pathLst>
          </a:custGeom>
          <a:solidFill>
            <a:srgbClr val="504B62"/>
          </a:solidFill>
        </p:spPr>
        <p:txBody>
          <a:bodyPr wrap="square" lIns="0" tIns="0" rIns="0" bIns="0" rtlCol="0"/>
          <a:lstStyle/>
          <a:p>
            <a:r>
              <a:rPr lang="pt-BR"/>
              <a:t>          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52050" y="2881633"/>
            <a:ext cx="10052050" cy="225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1318260">
              <a:lnSpc>
                <a:spcPct val="100000"/>
              </a:lnSpc>
              <a:spcBef>
                <a:spcPts val="5"/>
              </a:spcBef>
            </a:pPr>
            <a:r>
              <a:rPr sz="3300" b="1" spc="-1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Fale</a:t>
            </a:r>
            <a:r>
              <a:rPr sz="3300" b="1" spc="-1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33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</a:t>
            </a:r>
            <a:r>
              <a:rPr sz="3300" b="1" spc="-1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33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sz="3300" b="1" spc="-1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3300" b="1" spc="-1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gente</a:t>
            </a:r>
            <a:endParaRPr sz="33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318260" marR="6513195">
              <a:lnSpc>
                <a:spcPct val="118400"/>
              </a:lnSpc>
              <a:spcBef>
                <a:spcPts val="2550"/>
              </a:spcBef>
            </a:pP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</a:t>
            </a:r>
            <a:r>
              <a:rPr sz="1300" spc="4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alguma</a:t>
            </a:r>
            <a:r>
              <a:rPr sz="1300" spc="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spc="-1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dúvida</a:t>
            </a:r>
            <a:r>
              <a:rPr sz="1300" spc="-1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 </a:t>
            </a:r>
            <a:r>
              <a:rPr sz="13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Estamos</a:t>
            </a:r>
            <a:r>
              <a:rPr sz="1300" spc="4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aqui</a:t>
            </a:r>
            <a:r>
              <a:rPr sz="1300" spc="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</a:t>
            </a:r>
            <a:r>
              <a:rPr sz="1300" spc="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spc="-1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ajudar</a:t>
            </a:r>
            <a:r>
              <a:rPr sz="1300" spc="-1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sz="13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318260" marR="6043295">
              <a:lnSpc>
                <a:spcPct val="118400"/>
              </a:lnSpc>
            </a:pPr>
            <a:r>
              <a:rPr sz="13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Envie</a:t>
            </a:r>
            <a:r>
              <a:rPr sz="1300" spc="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uma</a:t>
            </a:r>
            <a:r>
              <a:rPr sz="1300" spc="5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mensagem</a:t>
            </a:r>
            <a:r>
              <a:rPr sz="1300" spc="4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</a:t>
            </a:r>
            <a:r>
              <a:rPr sz="1300" spc="5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spc="-25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nós</a:t>
            </a:r>
            <a:r>
              <a:rPr sz="1300" spc="-25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r>
              <a:rPr sz="1300" spc="4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entraremos</a:t>
            </a:r>
            <a:r>
              <a:rPr sz="1300" spc="4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</a:t>
            </a:r>
            <a:r>
              <a:rPr sz="1300" spc="4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300" spc="-10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contato</a:t>
            </a:r>
            <a:r>
              <a:rPr sz="1300" spc="-1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397927" y="2549492"/>
            <a:ext cx="5888355" cy="0"/>
          </a:xfrm>
          <a:custGeom>
            <a:avLst/>
            <a:gdLst/>
            <a:ahLst/>
            <a:cxnLst/>
            <a:rect l="l" t="t" r="r" b="b"/>
            <a:pathLst>
              <a:path w="5888355">
                <a:moveTo>
                  <a:pt x="0" y="0"/>
                </a:moveTo>
                <a:lnTo>
                  <a:pt x="5888134" y="0"/>
                </a:lnTo>
              </a:path>
            </a:pathLst>
          </a:custGeom>
          <a:ln w="1047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A5B234A0-D99C-5B2C-5DBB-98E2E0448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" y="0"/>
            <a:ext cx="10052755" cy="11309350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AF0B44B9-B2FB-A3A0-2FAF-3C316CDFB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8280" y="1061982"/>
            <a:ext cx="3054293" cy="534211"/>
          </a:xfrm>
          <a:prstGeom prst="rect">
            <a:avLst/>
          </a:prstGeom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ADCFB631-CA68-FB84-C6C6-F6CD31051C00}"/>
              </a:ext>
            </a:extLst>
          </p:cNvPr>
          <p:cNvSpPr/>
          <p:nvPr/>
        </p:nvSpPr>
        <p:spPr>
          <a:xfrm>
            <a:off x="11397927" y="9251661"/>
            <a:ext cx="5888355" cy="0"/>
          </a:xfrm>
          <a:custGeom>
            <a:avLst/>
            <a:gdLst/>
            <a:ahLst/>
            <a:cxnLst/>
            <a:rect l="l" t="t" r="r" b="b"/>
            <a:pathLst>
              <a:path w="5888355">
                <a:moveTo>
                  <a:pt x="0" y="0"/>
                </a:moveTo>
                <a:lnTo>
                  <a:pt x="5888134" y="0"/>
                </a:lnTo>
              </a:path>
            </a:pathLst>
          </a:custGeom>
          <a:ln w="1047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21">
            <a:extLst>
              <a:ext uri="{FF2B5EF4-FFF2-40B4-BE49-F238E27FC236}">
                <a16:creationId xmlns:a16="http://schemas.microsoft.com/office/drawing/2014/main" id="{F336D7FF-3A03-04C5-9845-BE65CBD6A2D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03740" y="10125263"/>
            <a:ext cx="152567" cy="152749"/>
          </a:xfrm>
          <a:prstGeom prst="rect">
            <a:avLst/>
          </a:prstGeom>
        </p:spPr>
      </p:pic>
      <p:pic>
        <p:nvPicPr>
          <p:cNvPr id="8" name="object 22">
            <a:extLst>
              <a:ext uri="{FF2B5EF4-FFF2-40B4-BE49-F238E27FC236}">
                <a16:creationId xmlns:a16="http://schemas.microsoft.com/office/drawing/2014/main" id="{24E13BF1-7A47-89EF-77DA-683F90AA83D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66535" y="10116052"/>
            <a:ext cx="157445" cy="157171"/>
          </a:xfrm>
          <a:prstGeom prst="rect">
            <a:avLst/>
          </a:prstGeom>
        </p:spPr>
      </p:pic>
      <p:sp>
        <p:nvSpPr>
          <p:cNvPr id="9" name="object 23">
            <a:extLst>
              <a:ext uri="{FF2B5EF4-FFF2-40B4-BE49-F238E27FC236}">
                <a16:creationId xmlns:a16="http://schemas.microsoft.com/office/drawing/2014/main" id="{E2C30829-AC54-B256-B643-67D044A8FA5B}"/>
              </a:ext>
            </a:extLst>
          </p:cNvPr>
          <p:cNvSpPr txBox="1"/>
          <p:nvPr/>
        </p:nvSpPr>
        <p:spPr>
          <a:xfrm>
            <a:off x="11401208" y="9683046"/>
            <a:ext cx="1563370" cy="29815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25"/>
              </a:spcBef>
            </a:pPr>
            <a:r>
              <a:rPr sz="1250" spc="-10" dirty="0">
                <a:solidFill>
                  <a:srgbClr val="DFDFDF"/>
                </a:solidFill>
                <a:latin typeface="Poppins"/>
                <a:cs typeface="Poppins"/>
              </a:rPr>
              <a:t>www.gridco.com.br</a:t>
            </a:r>
            <a:endParaRPr lang="pt-BR" sz="1250" dirty="0">
              <a:latin typeface="Poppins"/>
              <a:cs typeface="Poppins"/>
            </a:endParaRPr>
          </a:p>
        </p:txBody>
      </p:sp>
      <p:sp>
        <p:nvSpPr>
          <p:cNvPr id="10" name="object 23">
            <a:extLst>
              <a:ext uri="{FF2B5EF4-FFF2-40B4-BE49-F238E27FC236}">
                <a16:creationId xmlns:a16="http://schemas.microsoft.com/office/drawing/2014/main" id="{C42C79A8-1BB3-3979-788A-945F006485A4}"/>
              </a:ext>
            </a:extLst>
          </p:cNvPr>
          <p:cNvSpPr txBox="1"/>
          <p:nvPr/>
        </p:nvSpPr>
        <p:spPr>
          <a:xfrm>
            <a:off x="12041433" y="10004716"/>
            <a:ext cx="1563370" cy="29815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25"/>
              </a:spcBef>
            </a:pPr>
            <a:r>
              <a:rPr lang="pt-BR" sz="1250" spc="-10" dirty="0">
                <a:solidFill>
                  <a:srgbClr val="DFDFDF"/>
                </a:solidFill>
                <a:latin typeface="Poppins"/>
                <a:cs typeface="Poppins"/>
              </a:rPr>
              <a:t>/</a:t>
            </a:r>
            <a:r>
              <a:rPr lang="pt-BR" sz="1250" spc="-10" dirty="0" err="1">
                <a:solidFill>
                  <a:srgbClr val="DFDFDF"/>
                </a:solidFill>
                <a:latin typeface="Poppins"/>
                <a:cs typeface="Poppins"/>
              </a:rPr>
              <a:t>gridcobr</a:t>
            </a:r>
            <a:endParaRPr lang="pt-BR" sz="1250" dirty="0">
              <a:latin typeface="Poppins"/>
              <a:cs typeface="Poppins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A644A3B3-20F1-6150-3630-D1E4AB4C6609}"/>
              </a:ext>
            </a:extLst>
          </p:cNvPr>
          <p:cNvSpPr txBox="1"/>
          <p:nvPr/>
        </p:nvSpPr>
        <p:spPr>
          <a:xfrm>
            <a:off x="11717094" y="6225509"/>
            <a:ext cx="3135556" cy="262956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5"/>
              </a:spcBef>
            </a:pPr>
            <a:r>
              <a:rPr sz="1450" spc="-10" dirty="0" err="1">
                <a:solidFill>
                  <a:srgbClr val="DFDFDF"/>
                </a:solidFill>
                <a:latin typeface="Poppins"/>
                <a:cs typeface="Poppins"/>
              </a:rPr>
              <a:t>Matriz</a:t>
            </a:r>
            <a:endParaRPr sz="1450" dirty="0">
              <a:latin typeface="Poppins"/>
              <a:cs typeface="Poppins"/>
            </a:endParaRPr>
          </a:p>
          <a:p>
            <a:pPr marR="481330">
              <a:lnSpc>
                <a:spcPts val="1770"/>
              </a:lnSpc>
              <a:spcBef>
                <a:spcPts val="70"/>
              </a:spcBef>
            </a:pP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Av.</a:t>
            </a:r>
            <a:r>
              <a:rPr sz="1250" spc="2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Eng.</a:t>
            </a:r>
            <a:r>
              <a:rPr sz="1250" spc="3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Santana</a:t>
            </a:r>
            <a:r>
              <a:rPr sz="1250" spc="2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Jr.,</a:t>
            </a:r>
            <a:r>
              <a:rPr sz="1250" spc="3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spc="-10" dirty="0">
                <a:solidFill>
                  <a:srgbClr val="DFDFDF"/>
                </a:solidFill>
                <a:latin typeface="Poppins"/>
                <a:cs typeface="Poppins"/>
              </a:rPr>
              <a:t>3000,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20°</a:t>
            </a:r>
            <a:r>
              <a:rPr sz="1250" spc="4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 err="1">
                <a:solidFill>
                  <a:srgbClr val="DFDFDF"/>
                </a:solidFill>
                <a:latin typeface="Poppins"/>
                <a:cs typeface="Poppins"/>
              </a:rPr>
              <a:t>andar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,</a:t>
            </a:r>
            <a:r>
              <a:rPr sz="1250" spc="4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Fortaleza,</a:t>
            </a:r>
            <a:r>
              <a:rPr sz="1250" spc="4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spc="-10" dirty="0">
                <a:solidFill>
                  <a:srgbClr val="DFDFDF"/>
                </a:solidFill>
                <a:latin typeface="Poppins"/>
                <a:cs typeface="Poppins"/>
              </a:rPr>
              <a:t>Ceará</a:t>
            </a:r>
            <a:endParaRPr lang="pt-BR" sz="1250" spc="-10" dirty="0">
              <a:solidFill>
                <a:srgbClr val="DFDFDF"/>
              </a:solidFill>
              <a:latin typeface="Poppins"/>
              <a:cs typeface="Poppins"/>
            </a:endParaRPr>
          </a:p>
          <a:p>
            <a:pPr marR="481330">
              <a:lnSpc>
                <a:spcPts val="1770"/>
              </a:lnSpc>
              <a:spcBef>
                <a:spcPts val="70"/>
              </a:spcBef>
            </a:pPr>
            <a:endParaRPr lang="pt-BR" sz="1250" spc="-10" dirty="0">
              <a:solidFill>
                <a:srgbClr val="DFDFDF"/>
              </a:solidFill>
              <a:latin typeface="Poppins"/>
              <a:cs typeface="Poppins"/>
            </a:endParaRPr>
          </a:p>
          <a:p>
            <a:pPr marR="481330">
              <a:lnSpc>
                <a:spcPts val="1770"/>
              </a:lnSpc>
              <a:spcBef>
                <a:spcPts val="70"/>
              </a:spcBef>
            </a:pPr>
            <a:r>
              <a:rPr lang="pt-BR" sz="1450" dirty="0">
                <a:solidFill>
                  <a:srgbClr val="DFDFDF"/>
                </a:solidFill>
                <a:latin typeface="Poppins"/>
                <a:cs typeface="Poppins"/>
              </a:rPr>
              <a:t>Filial São Paulo</a:t>
            </a:r>
          </a:p>
          <a:p>
            <a:pPr marR="481330">
              <a:lnSpc>
                <a:spcPts val="1770"/>
              </a:lnSpc>
              <a:spcBef>
                <a:spcPts val="70"/>
              </a:spcBef>
            </a:pPr>
            <a:r>
              <a:rPr lang="pt-BR" sz="1250" spc="-10" dirty="0">
                <a:solidFill>
                  <a:srgbClr val="DFDFDF"/>
                </a:solidFill>
                <a:latin typeface="Poppins"/>
                <a:cs typeface="Poppins"/>
              </a:rPr>
              <a:t>Alameda Santos, 415</a:t>
            </a:r>
          </a:p>
          <a:p>
            <a:pPr marR="481330">
              <a:lnSpc>
                <a:spcPts val="1770"/>
              </a:lnSpc>
              <a:spcBef>
                <a:spcPts val="70"/>
              </a:spcBef>
            </a:pPr>
            <a:r>
              <a:rPr lang="pt-BR" sz="1250" spc="-10" dirty="0">
                <a:solidFill>
                  <a:srgbClr val="DFDFDF"/>
                </a:solidFill>
                <a:latin typeface="Poppins"/>
                <a:cs typeface="Poppins"/>
              </a:rPr>
              <a:t>14º andar, CJ Vila 2, São Paulo</a:t>
            </a:r>
            <a:endParaRPr sz="1250" dirty="0">
              <a:latin typeface="Poppins"/>
              <a:cs typeface="Poppi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 dirty="0">
              <a:latin typeface="Poppins"/>
              <a:cs typeface="Poppi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50" dirty="0">
                <a:solidFill>
                  <a:srgbClr val="DFDFDF"/>
                </a:solidFill>
                <a:latin typeface="Poppins"/>
                <a:cs typeface="Poppins"/>
              </a:rPr>
              <a:t>Filial</a:t>
            </a:r>
            <a:r>
              <a:rPr sz="1450" spc="-3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450" dirty="0">
                <a:solidFill>
                  <a:srgbClr val="DFDFDF"/>
                </a:solidFill>
                <a:latin typeface="Poppins"/>
                <a:cs typeface="Poppins"/>
              </a:rPr>
              <a:t>Rio</a:t>
            </a:r>
            <a:r>
              <a:rPr sz="1450" spc="-3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450" dirty="0">
                <a:solidFill>
                  <a:srgbClr val="DFDFDF"/>
                </a:solidFill>
                <a:latin typeface="Poppins"/>
                <a:cs typeface="Poppins"/>
              </a:rPr>
              <a:t>de</a:t>
            </a:r>
            <a:r>
              <a:rPr sz="1450" spc="-3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450" spc="-10" dirty="0">
                <a:solidFill>
                  <a:srgbClr val="DFDFDF"/>
                </a:solidFill>
                <a:latin typeface="Poppins"/>
                <a:cs typeface="Poppins"/>
              </a:rPr>
              <a:t>Janeiro</a:t>
            </a:r>
            <a:endParaRPr sz="1450" dirty="0">
              <a:latin typeface="Poppins"/>
              <a:cs typeface="Poppins"/>
            </a:endParaRPr>
          </a:p>
          <a:p>
            <a:pPr marR="5080">
              <a:lnSpc>
                <a:spcPts val="1770"/>
              </a:lnSpc>
              <a:spcBef>
                <a:spcPts val="65"/>
              </a:spcBef>
            </a:pP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Avenida</a:t>
            </a:r>
            <a:r>
              <a:rPr sz="1250" spc="4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das</a:t>
            </a:r>
            <a:r>
              <a:rPr sz="1250" spc="4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 err="1">
                <a:solidFill>
                  <a:srgbClr val="DFDFDF"/>
                </a:solidFill>
                <a:latin typeface="Poppins"/>
                <a:cs typeface="Poppins"/>
              </a:rPr>
              <a:t>Américas</a:t>
            </a:r>
            <a:r>
              <a:rPr sz="1250" spc="4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spc="-10" dirty="0">
                <a:solidFill>
                  <a:srgbClr val="DFDFDF"/>
                </a:solidFill>
                <a:latin typeface="Poppins"/>
                <a:cs typeface="Poppins"/>
              </a:rPr>
              <a:t>3443</a:t>
            </a:r>
            <a:endParaRPr lang="pt-BR" sz="1250" spc="-10" dirty="0">
              <a:solidFill>
                <a:srgbClr val="DFDFDF"/>
              </a:solidFill>
              <a:latin typeface="Poppins"/>
              <a:cs typeface="Poppins"/>
            </a:endParaRPr>
          </a:p>
          <a:p>
            <a:pPr marR="5080">
              <a:lnSpc>
                <a:spcPts val="1770"/>
              </a:lnSpc>
              <a:spcBef>
                <a:spcPts val="65"/>
              </a:spcBef>
            </a:pP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Bloco</a:t>
            </a:r>
            <a:r>
              <a:rPr sz="1250" spc="2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3B,</a:t>
            </a:r>
            <a:r>
              <a:rPr sz="1250" spc="2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2°</a:t>
            </a:r>
            <a:r>
              <a:rPr sz="1250" spc="2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Andar,</a:t>
            </a:r>
            <a:r>
              <a:rPr sz="1250" spc="2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Rio</a:t>
            </a:r>
            <a:r>
              <a:rPr sz="1250" spc="25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dirty="0">
                <a:solidFill>
                  <a:srgbClr val="DFDFDF"/>
                </a:solidFill>
                <a:latin typeface="Poppins"/>
                <a:cs typeface="Poppins"/>
              </a:rPr>
              <a:t>de</a:t>
            </a:r>
            <a:r>
              <a:rPr sz="1250" spc="2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r>
              <a:rPr sz="1250" spc="-10" dirty="0">
                <a:solidFill>
                  <a:srgbClr val="DFDFDF"/>
                </a:solidFill>
                <a:latin typeface="Poppins"/>
                <a:cs typeface="Poppins"/>
              </a:rPr>
              <a:t>Janeiro</a:t>
            </a:r>
            <a:r>
              <a:rPr lang="pt-BR" sz="1250" spc="-10" dirty="0">
                <a:solidFill>
                  <a:srgbClr val="DFDFDF"/>
                </a:solidFill>
                <a:latin typeface="Poppins"/>
                <a:cs typeface="Poppins"/>
              </a:rPr>
              <a:t> </a:t>
            </a:r>
            <a:endParaRPr sz="1250" dirty="0">
              <a:latin typeface="Poppins"/>
              <a:cs typeface="Poppins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C3431933-E668-2CF5-7AA1-04AC8861E2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73538" y="6259582"/>
            <a:ext cx="161925" cy="27622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76A4B7C-3727-0B72-38A4-5C98D53F44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73538" y="7178675"/>
            <a:ext cx="161925" cy="2762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3D98226-CD79-2797-F2B8-67D5660718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73538" y="8169275"/>
            <a:ext cx="161925" cy="276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FDFD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c58eb1-9d7f-4123-980d-e0326d949ea4" xsi:nil="true"/>
    <lcf76f155ced4ddcb4097134ff3c332f xmlns="ae836115-58a4-4701-a509-51b7f29d6ef2">
      <Terms xmlns="http://schemas.microsoft.com/office/infopath/2007/PartnerControls"/>
    </lcf76f155ced4ddcb4097134ff3c332f>
    <PDF xmlns="ae836115-58a4-4701-a509-51b7f29d6ef2">
      <Url xsi:nil="true"/>
      <Description xsi:nil="true"/>
    </PDF>
    <_Flow_SignoffStatus xmlns="ae836115-58a4-4701-a509-51b7f29d6e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9872B20EB72F43A65F017F96B1C226" ma:contentTypeVersion="18" ma:contentTypeDescription="Create a new document." ma:contentTypeScope="" ma:versionID="d0e4d50c6279b8d64fa31842e089ad94">
  <xsd:schema xmlns:xsd="http://www.w3.org/2001/XMLSchema" xmlns:xs="http://www.w3.org/2001/XMLSchema" xmlns:p="http://schemas.microsoft.com/office/2006/metadata/properties" xmlns:ns2="ae836115-58a4-4701-a509-51b7f29d6ef2" xmlns:ns3="f2c58eb1-9d7f-4123-980d-e0326d949ea4" targetNamespace="http://schemas.microsoft.com/office/2006/metadata/properties" ma:root="true" ma:fieldsID="fe1ce5ae69f6320f9a027567f3f24121" ns2:_="" ns3:_="">
    <xsd:import namespace="ae836115-58a4-4701-a509-51b7f29d6ef2"/>
    <xsd:import namespace="f2c58eb1-9d7f-4123-980d-e0326d949e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  <xsd:element ref="ns2:MediaServiceBillingMetadata" minOccurs="0"/>
                <xsd:element ref="ns2:PD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836115-58a4-4701-a509-51b7f29d6e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0fd1e167-f761-4708-9d67-215fae5df0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3" nillable="true" ma:displayName="Sign-off status" ma:internalName="_x0024_Resources_x003a_core_x002c_Signoff_Status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PDF" ma:index="25" nillable="true" ma:displayName="PDF" ma:format="Image" ma:internalName="PDF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c58eb1-9d7f-4123-980d-e0326d949ea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70c63d2-36b8-49f7-9c9d-6037297dbbd7}" ma:internalName="TaxCatchAll" ma:showField="CatchAllData" ma:web="f2c58eb1-9d7f-4123-980d-e0326d949e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6FF0FE-B2E5-4702-8B5D-03CFA977B9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2F8AD7-DF8F-46BB-B7F7-EAA4D7763F22}">
  <ds:schemaRefs>
    <ds:schemaRef ds:uri="6d302d67-89a3-49bc-9bea-7cebe46d8224"/>
    <ds:schemaRef ds:uri="7a4339bb-4c25-458b-a330-0a0d5eafe35d"/>
    <ds:schemaRef ds:uri="ae836115-58a4-4701-a509-51b7f29d6ef2"/>
    <ds:schemaRef ds:uri="f2c58eb1-9d7f-4123-980d-e0326d949e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A9A0364-2C85-4D0B-BE3D-DCA1A92FEA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836115-58a4-4701-a509-51b7f29d6ef2"/>
    <ds:schemaRef ds:uri="f2c58eb1-9d7f-4123-980d-e0326d949e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11087</TotalTime>
  <Words>442</Words>
  <Application>Microsoft Office PowerPoint</Application>
  <PresentationFormat>Personalizar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Calibri</vt:lpstr>
      <vt:lpstr>Poppins</vt:lpstr>
      <vt:lpstr>Raleway</vt:lpstr>
      <vt:lpstr>Times New Roman</vt:lpstr>
      <vt:lpstr>Office Theme</vt:lpstr>
      <vt:lpstr>Relatório de Ocorrência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(Editável) Apresentação</dc:title>
  <dc:creator>Orsine</dc:creator>
  <cp:lastModifiedBy>Fred Alexandrino</cp:lastModifiedBy>
  <cp:revision>3</cp:revision>
  <dcterms:created xsi:type="dcterms:W3CDTF">2022-08-24T18:57:57Z</dcterms:created>
  <dcterms:modified xsi:type="dcterms:W3CDTF">2025-11-18T21:16:11Z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2022-08-24T00:00:00Z</vt:filetime>
  </property>
  <property fmtid="{D5CDD505-2E9C-101B-9397-08002B2CF9AE}" pid="3" name="Creator">
    <vt:lpwstr>Adobe Illustrator 26.3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2022-08-24T00:00:00Z</vt:filetime>
  </property>
  <property fmtid="{D5CDD505-2E9C-101B-9397-08002B2CF9AE}" pid="6" name="Producer">
    <vt:lpwstr>Adobe PDF library 16.07</vt:lpwstr>
  </property>
  <property fmtid="{D5CDD505-2E9C-101B-9397-08002B2CF9AE}" pid="7" name="MediaServiceImageTags">
    <vt:lpwstr/>
  </property>
  <property fmtid="{D5CDD505-2E9C-101B-9397-08002B2CF9AE}" pid="8" name="ContentTypeId">
    <vt:lpwstr>0x010100129872B20EB72F43A65F017F96B1C226</vt:lpwstr>
  </property>
</Properties>
</file>